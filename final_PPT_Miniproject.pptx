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3" r:id="rId3"/>
    <p:sldId id="258" r:id="rId4"/>
    <p:sldId id="260" r:id="rId5"/>
    <p:sldId id="264" r:id="rId6"/>
    <p:sldId id="271" r:id="rId7"/>
    <p:sldId id="278" r:id="rId8"/>
    <p:sldId id="272" r:id="rId9"/>
    <p:sldId id="273" r:id="rId10"/>
    <p:sldId id="279" r:id="rId11"/>
    <p:sldId id="27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16258C-955C-471B-B10E-2DB9BE0DFD81}" v="89" dt="2026-04-24T06:20:35.0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404" autoAdjust="0"/>
  </p:normalViewPr>
  <p:slideViewPr>
    <p:cSldViewPr snapToGrid="0">
      <p:cViewPr>
        <p:scale>
          <a:sx n="74" d="100"/>
          <a:sy n="74" d="100"/>
        </p:scale>
        <p:origin x="37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hnavi krishna" userId="9d77f6db85b0ecc8" providerId="LiveId" clId="{F4F9D093-3A74-4D80-99DA-56030CB952ED}"/>
    <pc:docChg chg="undo custSel addSld delSld modSld">
      <pc:chgData name="jahnavi krishna" userId="9d77f6db85b0ecc8" providerId="LiveId" clId="{F4F9D093-3A74-4D80-99DA-56030CB952ED}" dt="2026-04-24T10:20:10.468" v="3047" actId="688"/>
      <pc:docMkLst>
        <pc:docMk/>
      </pc:docMkLst>
      <pc:sldChg chg="modSp mod">
        <pc:chgData name="jahnavi krishna" userId="9d77f6db85b0ecc8" providerId="LiveId" clId="{F4F9D093-3A74-4D80-99DA-56030CB952ED}" dt="2026-04-24T04:54:02.192" v="132" actId="20577"/>
        <pc:sldMkLst>
          <pc:docMk/>
          <pc:sldMk cId="2828356350" sldId="257"/>
        </pc:sldMkLst>
        <pc:spChg chg="mod">
          <ac:chgData name="jahnavi krishna" userId="9d77f6db85b0ecc8" providerId="LiveId" clId="{F4F9D093-3A74-4D80-99DA-56030CB952ED}" dt="2026-04-24T04:54:02.192" v="132" actId="20577"/>
          <ac:spMkLst>
            <pc:docMk/>
            <pc:sldMk cId="2828356350" sldId="257"/>
            <ac:spMk id="3" creationId="{00000000-0000-0000-0000-000000000000}"/>
          </ac:spMkLst>
        </pc:spChg>
      </pc:sldChg>
      <pc:sldChg chg="modSp mod">
        <pc:chgData name="jahnavi krishna" userId="9d77f6db85b0ecc8" providerId="LiveId" clId="{F4F9D093-3A74-4D80-99DA-56030CB952ED}" dt="2026-04-24T05:10:09.160" v="794" actId="5793"/>
        <pc:sldMkLst>
          <pc:docMk/>
          <pc:sldMk cId="806547176" sldId="258"/>
        </pc:sldMkLst>
        <pc:spChg chg="mod">
          <ac:chgData name="jahnavi krishna" userId="9d77f6db85b0ecc8" providerId="LiveId" clId="{F4F9D093-3A74-4D80-99DA-56030CB952ED}" dt="2026-04-24T05:10:09.160" v="794" actId="5793"/>
          <ac:spMkLst>
            <pc:docMk/>
            <pc:sldMk cId="806547176" sldId="258"/>
            <ac:spMk id="3" creationId="{00000000-0000-0000-0000-000000000000}"/>
          </ac:spMkLst>
        </pc:spChg>
      </pc:sldChg>
      <pc:sldChg chg="modSp mod">
        <pc:chgData name="jahnavi krishna" userId="9d77f6db85b0ecc8" providerId="LiveId" clId="{F4F9D093-3A74-4D80-99DA-56030CB952ED}" dt="2026-04-24T05:13:36.765" v="1002" actId="5793"/>
        <pc:sldMkLst>
          <pc:docMk/>
          <pc:sldMk cId="1066360568" sldId="260"/>
        </pc:sldMkLst>
        <pc:spChg chg="mod">
          <ac:chgData name="jahnavi krishna" userId="9d77f6db85b0ecc8" providerId="LiveId" clId="{F4F9D093-3A74-4D80-99DA-56030CB952ED}" dt="2026-04-24T05:13:36.765" v="1002" actId="5793"/>
          <ac:spMkLst>
            <pc:docMk/>
            <pc:sldMk cId="1066360568" sldId="260"/>
            <ac:spMk id="3" creationId="{00000000-0000-0000-0000-000000000000}"/>
          </ac:spMkLst>
        </pc:spChg>
      </pc:sldChg>
      <pc:sldChg chg="del">
        <pc:chgData name="jahnavi krishna" userId="9d77f6db85b0ecc8" providerId="LiveId" clId="{F4F9D093-3A74-4D80-99DA-56030CB952ED}" dt="2026-04-24T06:04:05.394" v="2023" actId="47"/>
        <pc:sldMkLst>
          <pc:docMk/>
          <pc:sldMk cId="1340640282" sldId="261"/>
        </pc:sldMkLst>
      </pc:sldChg>
      <pc:sldChg chg="modSp add del mod">
        <pc:chgData name="jahnavi krishna" userId="9d77f6db85b0ecc8" providerId="LiveId" clId="{F4F9D093-3A74-4D80-99DA-56030CB952ED}" dt="2026-04-24T06:12:57.651" v="2725" actId="47"/>
        <pc:sldMkLst>
          <pc:docMk/>
          <pc:sldMk cId="1679663618" sldId="262"/>
        </pc:sldMkLst>
        <pc:spChg chg="mod">
          <ac:chgData name="jahnavi krishna" userId="9d77f6db85b0ecc8" providerId="LiveId" clId="{F4F9D093-3A74-4D80-99DA-56030CB952ED}" dt="2026-04-24T06:12:28.721" v="2707" actId="20577"/>
          <ac:spMkLst>
            <pc:docMk/>
            <pc:sldMk cId="1679663618" sldId="262"/>
            <ac:spMk id="4" creationId="{0730B90F-283B-BD28-8040-1C5098E8281E}"/>
          </ac:spMkLst>
        </pc:spChg>
      </pc:sldChg>
      <pc:sldChg chg="addSp delSp modSp mod">
        <pc:chgData name="jahnavi krishna" userId="9d77f6db85b0ecc8" providerId="LiveId" clId="{F4F9D093-3A74-4D80-99DA-56030CB952ED}" dt="2026-04-24T10:20:10.468" v="3047" actId="688"/>
        <pc:sldMkLst>
          <pc:docMk/>
          <pc:sldMk cId="3456831219" sldId="263"/>
        </pc:sldMkLst>
        <pc:spChg chg="add del mod">
          <ac:chgData name="jahnavi krishna" userId="9d77f6db85b0ecc8" providerId="LiveId" clId="{F4F9D093-3A74-4D80-99DA-56030CB952ED}" dt="2026-04-24T05:00:27.877" v="140" actId="1076"/>
          <ac:spMkLst>
            <pc:docMk/>
            <pc:sldMk cId="3456831219" sldId="263"/>
            <ac:spMk id="2" creationId="{C6B8B3A9-5D33-E114-5A21-5EC41FA5F365}"/>
          </ac:spMkLst>
        </pc:spChg>
        <pc:spChg chg="add del mod">
          <ac:chgData name="jahnavi krishna" userId="9d77f6db85b0ecc8" providerId="LiveId" clId="{F4F9D093-3A74-4D80-99DA-56030CB952ED}" dt="2026-04-24T10:20:10.468" v="3047" actId="688"/>
          <ac:spMkLst>
            <pc:docMk/>
            <pc:sldMk cId="3456831219" sldId="263"/>
            <ac:spMk id="6" creationId="{33457D6D-4538-CCD2-B893-C7D6C262717E}"/>
          </ac:spMkLst>
        </pc:spChg>
      </pc:sldChg>
      <pc:sldChg chg="addSp delSp modSp add del mod">
        <pc:chgData name="jahnavi krishna" userId="9d77f6db85b0ecc8" providerId="LiveId" clId="{F4F9D093-3A74-4D80-99DA-56030CB952ED}" dt="2026-04-24T06:18:19.934" v="2807" actId="478"/>
        <pc:sldMkLst>
          <pc:docMk/>
          <pc:sldMk cId="3773452593" sldId="264"/>
        </pc:sldMkLst>
        <pc:spChg chg="add del mod">
          <ac:chgData name="jahnavi krishna" userId="9d77f6db85b0ecc8" providerId="LiveId" clId="{F4F9D093-3A74-4D80-99DA-56030CB952ED}" dt="2026-04-24T06:18:19.934" v="2807" actId="478"/>
          <ac:spMkLst>
            <pc:docMk/>
            <pc:sldMk cId="3773452593" sldId="264"/>
            <ac:spMk id="5" creationId="{0BC81F18-4BDD-7FE8-2125-D3CE6FCA690E}"/>
          </ac:spMkLst>
        </pc:spChg>
        <pc:spChg chg="del mod">
          <ac:chgData name="jahnavi krishna" userId="9d77f6db85b0ecc8" providerId="LiveId" clId="{F4F9D093-3A74-4D80-99DA-56030CB952ED}" dt="2026-04-24T05:46:22.251" v="1518" actId="478"/>
          <ac:spMkLst>
            <pc:docMk/>
            <pc:sldMk cId="3773452593" sldId="264"/>
            <ac:spMk id="7" creationId="{1A919C89-968A-5B8B-7145-A28226374516}"/>
          </ac:spMkLst>
        </pc:spChg>
        <pc:spChg chg="del">
          <ac:chgData name="jahnavi krishna" userId="9d77f6db85b0ecc8" providerId="LiveId" clId="{F4F9D093-3A74-4D80-99DA-56030CB952ED}" dt="2026-04-24T05:46:31.653" v="1520" actId="478"/>
          <ac:spMkLst>
            <pc:docMk/>
            <pc:sldMk cId="3773452593" sldId="264"/>
            <ac:spMk id="9" creationId="{15293401-CD45-9B80-2F99-B3261AAE1962}"/>
          </ac:spMkLst>
        </pc:spChg>
        <pc:spChg chg="del">
          <ac:chgData name="jahnavi krishna" userId="9d77f6db85b0ecc8" providerId="LiveId" clId="{F4F9D093-3A74-4D80-99DA-56030CB952ED}" dt="2026-04-24T05:46:44.641" v="1524" actId="478"/>
          <ac:spMkLst>
            <pc:docMk/>
            <pc:sldMk cId="3773452593" sldId="264"/>
            <ac:spMk id="10" creationId="{C591EB79-907C-0D24-A559-09B558C57171}"/>
          </ac:spMkLst>
        </pc:spChg>
        <pc:spChg chg="del">
          <ac:chgData name="jahnavi krishna" userId="9d77f6db85b0ecc8" providerId="LiveId" clId="{F4F9D093-3A74-4D80-99DA-56030CB952ED}" dt="2026-04-24T05:46:42.393" v="1523" actId="478"/>
          <ac:spMkLst>
            <pc:docMk/>
            <pc:sldMk cId="3773452593" sldId="264"/>
            <ac:spMk id="11" creationId="{DC2BF436-7CE1-AC8E-5F88-3DAA59916B45}"/>
          </ac:spMkLst>
        </pc:spChg>
        <pc:spChg chg="del">
          <ac:chgData name="jahnavi krishna" userId="9d77f6db85b0ecc8" providerId="LiveId" clId="{F4F9D093-3A74-4D80-99DA-56030CB952ED}" dt="2026-04-24T05:46:36.740" v="1521" actId="478"/>
          <ac:spMkLst>
            <pc:docMk/>
            <pc:sldMk cId="3773452593" sldId="264"/>
            <ac:spMk id="12" creationId="{FDCECB18-90C6-8185-EAD1-45BA11AC6C8A}"/>
          </ac:spMkLst>
        </pc:spChg>
        <pc:spChg chg="del">
          <ac:chgData name="jahnavi krishna" userId="9d77f6db85b0ecc8" providerId="LiveId" clId="{F4F9D093-3A74-4D80-99DA-56030CB952ED}" dt="2026-04-24T05:46:47.497" v="1525" actId="478"/>
          <ac:spMkLst>
            <pc:docMk/>
            <pc:sldMk cId="3773452593" sldId="264"/>
            <ac:spMk id="13" creationId="{4A88D716-F1F0-2F7D-D278-7B0A1AA7BDC6}"/>
          </ac:spMkLst>
        </pc:spChg>
        <pc:spChg chg="del">
          <ac:chgData name="jahnavi krishna" userId="9d77f6db85b0ecc8" providerId="LiveId" clId="{F4F9D093-3A74-4D80-99DA-56030CB952ED}" dt="2026-04-24T05:46:39.646" v="1522" actId="478"/>
          <ac:spMkLst>
            <pc:docMk/>
            <pc:sldMk cId="3773452593" sldId="264"/>
            <ac:spMk id="14" creationId="{49E10389-79B7-30CF-4A6B-D03943B79A28}"/>
          </ac:spMkLst>
        </pc:spChg>
        <pc:spChg chg="del">
          <ac:chgData name="jahnavi krishna" userId="9d77f6db85b0ecc8" providerId="LiveId" clId="{F4F9D093-3A74-4D80-99DA-56030CB952ED}" dt="2026-04-24T05:46:26.512" v="1519" actId="478"/>
          <ac:spMkLst>
            <pc:docMk/>
            <pc:sldMk cId="3773452593" sldId="264"/>
            <ac:spMk id="15" creationId="{9BD948E9-C6B7-B616-5CA6-072D0D71BBEE}"/>
          </ac:spMkLst>
        </pc:spChg>
        <pc:spChg chg="del mod">
          <ac:chgData name="jahnavi krishna" userId="9d77f6db85b0ecc8" providerId="LiveId" clId="{F4F9D093-3A74-4D80-99DA-56030CB952ED}" dt="2026-04-24T05:46:14.403" v="1515" actId="478"/>
          <ac:spMkLst>
            <pc:docMk/>
            <pc:sldMk cId="3773452593" sldId="264"/>
            <ac:spMk id="18" creationId="{DE90466D-03E0-6C36-710B-30AD28A431AE}"/>
          </ac:spMkLst>
        </pc:spChg>
        <pc:spChg chg="del">
          <ac:chgData name="jahnavi krishna" userId="9d77f6db85b0ecc8" providerId="LiveId" clId="{F4F9D093-3A74-4D80-99DA-56030CB952ED}" dt="2026-04-24T05:46:52.413" v="1527" actId="478"/>
          <ac:spMkLst>
            <pc:docMk/>
            <pc:sldMk cId="3773452593" sldId="264"/>
            <ac:spMk id="20" creationId="{36DE562F-73DD-2714-0A8B-87293052516B}"/>
          </ac:spMkLst>
        </pc:spChg>
        <pc:spChg chg="del">
          <ac:chgData name="jahnavi krishna" userId="9d77f6db85b0ecc8" providerId="LiveId" clId="{F4F9D093-3A74-4D80-99DA-56030CB952ED}" dt="2026-04-24T05:46:50.004" v="1526" actId="478"/>
          <ac:spMkLst>
            <pc:docMk/>
            <pc:sldMk cId="3773452593" sldId="264"/>
            <ac:spMk id="21" creationId="{52FDF365-E5C1-1789-1F60-B93123134C66}"/>
          </ac:spMkLst>
        </pc:spChg>
        <pc:spChg chg="del">
          <ac:chgData name="jahnavi krishna" userId="9d77f6db85b0ecc8" providerId="LiveId" clId="{F4F9D093-3A74-4D80-99DA-56030CB952ED}" dt="2026-04-24T05:46:54.850" v="1528" actId="478"/>
          <ac:spMkLst>
            <pc:docMk/>
            <pc:sldMk cId="3773452593" sldId="264"/>
            <ac:spMk id="22" creationId="{04778D16-A16C-EBAF-C6E0-53B6403DE13C}"/>
          </ac:spMkLst>
        </pc:spChg>
        <pc:spChg chg="del">
          <ac:chgData name="jahnavi krishna" userId="9d77f6db85b0ecc8" providerId="LiveId" clId="{F4F9D093-3A74-4D80-99DA-56030CB952ED}" dt="2026-04-24T05:46:56.891" v="1529" actId="478"/>
          <ac:spMkLst>
            <pc:docMk/>
            <pc:sldMk cId="3773452593" sldId="264"/>
            <ac:spMk id="23" creationId="{0CE3D3D7-46B0-AFE3-D3ED-7631321B01D5}"/>
          </ac:spMkLst>
        </pc:spChg>
        <pc:spChg chg="del">
          <ac:chgData name="jahnavi krishna" userId="9d77f6db85b0ecc8" providerId="LiveId" clId="{F4F9D093-3A74-4D80-99DA-56030CB952ED}" dt="2026-04-24T05:46:59.151" v="1530" actId="478"/>
          <ac:spMkLst>
            <pc:docMk/>
            <pc:sldMk cId="3773452593" sldId="264"/>
            <ac:spMk id="24" creationId="{66788EEC-E79F-5B89-D5EB-2BDD151CD940}"/>
          </ac:spMkLst>
        </pc:spChg>
        <pc:spChg chg="del mod">
          <ac:chgData name="jahnavi krishna" userId="9d77f6db85b0ecc8" providerId="LiveId" clId="{F4F9D093-3A74-4D80-99DA-56030CB952ED}" dt="2026-04-24T05:47:09.372" v="1533" actId="478"/>
          <ac:spMkLst>
            <pc:docMk/>
            <pc:sldMk cId="3773452593" sldId="264"/>
            <ac:spMk id="25" creationId="{7DB9EB2F-E74E-765E-9EA2-30B236F12BD7}"/>
          </ac:spMkLst>
        </pc:spChg>
        <pc:picChg chg="add mod">
          <ac:chgData name="jahnavi krishna" userId="9d77f6db85b0ecc8" providerId="LiveId" clId="{F4F9D093-3A74-4D80-99DA-56030CB952ED}" dt="2026-04-24T06:18:03.646" v="2803" actId="1076"/>
          <ac:picMkLst>
            <pc:docMk/>
            <pc:sldMk cId="3773452593" sldId="264"/>
            <ac:picMk id="2" creationId="{C222261B-4E61-21AD-8A86-A15D2BDC6441}"/>
          </ac:picMkLst>
        </pc:picChg>
      </pc:sldChg>
      <pc:sldChg chg="modSp del mod">
        <pc:chgData name="jahnavi krishna" userId="9d77f6db85b0ecc8" providerId="LiveId" clId="{F4F9D093-3A74-4D80-99DA-56030CB952ED}" dt="2026-04-24T08:33:06.993" v="3045" actId="47"/>
        <pc:sldMkLst>
          <pc:docMk/>
          <pc:sldMk cId="2193854220" sldId="265"/>
        </pc:sldMkLst>
        <pc:spChg chg="mod">
          <ac:chgData name="jahnavi krishna" userId="9d77f6db85b0ecc8" providerId="LiveId" clId="{F4F9D093-3A74-4D80-99DA-56030CB952ED}" dt="2026-04-24T05:17:44.158" v="1511"/>
          <ac:spMkLst>
            <pc:docMk/>
            <pc:sldMk cId="2193854220" sldId="265"/>
            <ac:spMk id="3" creationId="{7ED55515-EEFD-854F-B68B-D5575031C8F9}"/>
          </ac:spMkLst>
        </pc:spChg>
      </pc:sldChg>
      <pc:sldChg chg="del">
        <pc:chgData name="jahnavi krishna" userId="9d77f6db85b0ecc8" providerId="LiveId" clId="{F4F9D093-3A74-4D80-99DA-56030CB952ED}" dt="2026-04-24T05:48:05.802" v="1540" actId="47"/>
        <pc:sldMkLst>
          <pc:docMk/>
          <pc:sldMk cId="3538577847" sldId="266"/>
        </pc:sldMkLst>
      </pc:sldChg>
      <pc:sldChg chg="del">
        <pc:chgData name="jahnavi krishna" userId="9d77f6db85b0ecc8" providerId="LiveId" clId="{F4F9D093-3A74-4D80-99DA-56030CB952ED}" dt="2026-04-24T05:48:28.563" v="1543" actId="47"/>
        <pc:sldMkLst>
          <pc:docMk/>
          <pc:sldMk cId="1452918256" sldId="267"/>
        </pc:sldMkLst>
      </pc:sldChg>
      <pc:sldChg chg="del">
        <pc:chgData name="jahnavi krishna" userId="9d77f6db85b0ecc8" providerId="LiveId" clId="{F4F9D093-3A74-4D80-99DA-56030CB952ED}" dt="2026-04-24T05:48:11.183" v="1541" actId="47"/>
        <pc:sldMkLst>
          <pc:docMk/>
          <pc:sldMk cId="877143670" sldId="269"/>
        </pc:sldMkLst>
      </pc:sldChg>
      <pc:sldChg chg="del">
        <pc:chgData name="jahnavi krishna" userId="9d77f6db85b0ecc8" providerId="LiveId" clId="{F4F9D093-3A74-4D80-99DA-56030CB952ED}" dt="2026-04-24T05:48:25.224" v="1542" actId="47"/>
        <pc:sldMkLst>
          <pc:docMk/>
          <pc:sldMk cId="3624520958" sldId="270"/>
        </pc:sldMkLst>
      </pc:sldChg>
      <pc:sldChg chg="addSp delSp modSp add del mod">
        <pc:chgData name="jahnavi krishna" userId="9d77f6db85b0ecc8" providerId="LiveId" clId="{F4F9D093-3A74-4D80-99DA-56030CB952ED}" dt="2026-04-24T06:21:24.975" v="3044" actId="5793"/>
        <pc:sldMkLst>
          <pc:docMk/>
          <pc:sldMk cId="2714491942" sldId="271"/>
        </pc:sldMkLst>
        <pc:spChg chg="mod">
          <ac:chgData name="jahnavi krishna" userId="9d77f6db85b0ecc8" providerId="LiveId" clId="{F4F9D093-3A74-4D80-99DA-56030CB952ED}" dt="2026-04-24T05:52:34.462" v="1690" actId="20577"/>
          <ac:spMkLst>
            <pc:docMk/>
            <pc:sldMk cId="2714491942" sldId="271"/>
            <ac:spMk id="2" creationId="{EDAB70DE-AEA6-322F-9E45-3A51D3A6971E}"/>
          </ac:spMkLst>
        </pc:spChg>
        <pc:spChg chg="add del mod">
          <ac:chgData name="jahnavi krishna" userId="9d77f6db85b0ecc8" providerId="LiveId" clId="{F4F9D093-3A74-4D80-99DA-56030CB952ED}" dt="2026-04-24T06:21:24.975" v="3044" actId="5793"/>
          <ac:spMkLst>
            <pc:docMk/>
            <pc:sldMk cId="2714491942" sldId="271"/>
            <ac:spMk id="5" creationId="{060A14A9-ABF0-CFEB-34FB-6A5C78411661}"/>
          </ac:spMkLst>
        </pc:spChg>
      </pc:sldChg>
      <pc:sldChg chg="addSp delSp modSp add del mod">
        <pc:chgData name="jahnavi krishna" userId="9d77f6db85b0ecc8" providerId="LiveId" clId="{F4F9D093-3A74-4D80-99DA-56030CB952ED}" dt="2026-04-24T06:12:41.242" v="2720" actId="47"/>
        <pc:sldMkLst>
          <pc:docMk/>
          <pc:sldMk cId="181070855" sldId="272"/>
        </pc:sldMkLst>
        <pc:spChg chg="del">
          <ac:chgData name="jahnavi krishna" userId="9d77f6db85b0ecc8" providerId="LiveId" clId="{F4F9D093-3A74-4D80-99DA-56030CB952ED}" dt="2026-04-24T05:59:49.022" v="1972" actId="478"/>
          <ac:spMkLst>
            <pc:docMk/>
            <pc:sldMk cId="181070855" sldId="272"/>
            <ac:spMk id="8" creationId="{22BCCB01-7A28-4BBB-E31F-FED395D647A7}"/>
          </ac:spMkLst>
        </pc:spChg>
        <pc:picChg chg="add mod">
          <ac:chgData name="jahnavi krishna" userId="9d77f6db85b0ecc8" providerId="LiveId" clId="{F4F9D093-3A74-4D80-99DA-56030CB952ED}" dt="2026-04-24T06:00:17.673" v="1978" actId="1076"/>
          <ac:picMkLst>
            <pc:docMk/>
            <pc:sldMk cId="181070855" sldId="272"/>
            <ac:picMk id="2" creationId="{D5EBAE76-3817-87C1-CCAE-E4101BC9D060}"/>
          </ac:picMkLst>
        </pc:picChg>
        <pc:picChg chg="add mod">
          <ac:chgData name="jahnavi krishna" userId="9d77f6db85b0ecc8" providerId="LiveId" clId="{F4F9D093-3A74-4D80-99DA-56030CB952ED}" dt="2026-04-24T06:00:15.019" v="1977" actId="1076"/>
          <ac:picMkLst>
            <pc:docMk/>
            <pc:sldMk cId="181070855" sldId="272"/>
            <ac:picMk id="3" creationId="{E592A6F8-4579-0831-4D20-E955511AB682}"/>
          </ac:picMkLst>
        </pc:picChg>
        <pc:picChg chg="del">
          <ac:chgData name="jahnavi krishna" userId="9d77f6db85b0ecc8" providerId="LiveId" clId="{F4F9D093-3A74-4D80-99DA-56030CB952ED}" dt="2026-04-24T05:59:05.793" v="1962" actId="478"/>
          <ac:picMkLst>
            <pc:docMk/>
            <pc:sldMk cId="181070855" sldId="272"/>
            <ac:picMk id="10" creationId="{28A46AD9-BEA5-C735-9598-6C579C0518B8}"/>
          </ac:picMkLst>
        </pc:picChg>
        <pc:picChg chg="del">
          <ac:chgData name="jahnavi krishna" userId="9d77f6db85b0ecc8" providerId="LiveId" clId="{F4F9D093-3A74-4D80-99DA-56030CB952ED}" dt="2026-04-24T05:59:03.480" v="1961" actId="478"/>
          <ac:picMkLst>
            <pc:docMk/>
            <pc:sldMk cId="181070855" sldId="272"/>
            <ac:picMk id="12" creationId="{F0F99627-C6BC-7CD5-1382-367AF4252D7D}"/>
          </ac:picMkLst>
        </pc:picChg>
      </pc:sldChg>
      <pc:sldChg chg="addSp delSp modSp add del mod">
        <pc:chgData name="jahnavi krishna" userId="9d77f6db85b0ecc8" providerId="LiveId" clId="{F4F9D093-3A74-4D80-99DA-56030CB952ED}" dt="2026-04-24T06:20:35.070" v="2833" actId="1076"/>
        <pc:sldMkLst>
          <pc:docMk/>
          <pc:sldMk cId="3009629514" sldId="273"/>
        </pc:sldMkLst>
        <pc:spChg chg="mod">
          <ac:chgData name="jahnavi krishna" userId="9d77f6db85b0ecc8" providerId="LiveId" clId="{F4F9D093-3A74-4D80-99DA-56030CB952ED}" dt="2026-04-24T06:03:44.650" v="2021"/>
          <ac:spMkLst>
            <pc:docMk/>
            <pc:sldMk cId="3009629514" sldId="273"/>
            <ac:spMk id="5" creationId="{17BF65C7-91F4-DF77-D526-ADF35D818E20}"/>
          </ac:spMkLst>
        </pc:spChg>
        <pc:spChg chg="del">
          <ac:chgData name="jahnavi krishna" userId="9d77f6db85b0ecc8" providerId="LiveId" clId="{F4F9D093-3A74-4D80-99DA-56030CB952ED}" dt="2026-04-24T06:01:06.073" v="1984" actId="478"/>
          <ac:spMkLst>
            <pc:docMk/>
            <pc:sldMk cId="3009629514" sldId="273"/>
            <ac:spMk id="8" creationId="{799C91F8-51C4-FDFA-A382-8CCE759B5417}"/>
          </ac:spMkLst>
        </pc:spChg>
        <pc:spChg chg="add del mod">
          <ac:chgData name="jahnavi krishna" userId="9d77f6db85b0ecc8" providerId="LiveId" clId="{F4F9D093-3A74-4D80-99DA-56030CB952ED}" dt="2026-04-24T06:20:20.675" v="2831"/>
          <ac:spMkLst>
            <pc:docMk/>
            <pc:sldMk cId="3009629514" sldId="273"/>
            <ac:spMk id="10" creationId="{571C4596-E8D5-A95F-06A6-75A2C52DA3BC}"/>
          </ac:spMkLst>
        </pc:spChg>
        <pc:spChg chg="add mod">
          <ac:chgData name="jahnavi krishna" userId="9d77f6db85b0ecc8" providerId="LiveId" clId="{F4F9D093-3A74-4D80-99DA-56030CB952ED}" dt="2026-04-24T06:20:35.070" v="2833" actId="1076"/>
          <ac:spMkLst>
            <pc:docMk/>
            <pc:sldMk cId="3009629514" sldId="273"/>
            <ac:spMk id="11" creationId="{FFBEB291-11ED-5EA9-04BF-B8A880C6F74E}"/>
          </ac:spMkLst>
        </pc:spChg>
        <pc:picChg chg="del">
          <ac:chgData name="jahnavi krishna" userId="9d77f6db85b0ecc8" providerId="LiveId" clId="{F4F9D093-3A74-4D80-99DA-56030CB952ED}" dt="2026-04-24T06:00:54.851" v="1979" actId="478"/>
          <ac:picMkLst>
            <pc:docMk/>
            <pc:sldMk cId="3009629514" sldId="273"/>
            <ac:picMk id="2" creationId="{B62709A5-4466-6C8E-1628-C4D3EF85EB9E}"/>
          </ac:picMkLst>
        </pc:picChg>
        <pc:picChg chg="del">
          <ac:chgData name="jahnavi krishna" userId="9d77f6db85b0ecc8" providerId="LiveId" clId="{F4F9D093-3A74-4D80-99DA-56030CB952ED}" dt="2026-04-24T06:00:56.865" v="1980" actId="478"/>
          <ac:picMkLst>
            <pc:docMk/>
            <pc:sldMk cId="3009629514" sldId="273"/>
            <ac:picMk id="3" creationId="{D1E39DC4-B20E-C813-9377-523B678F6FCB}"/>
          </ac:picMkLst>
        </pc:picChg>
        <pc:picChg chg="add mod">
          <ac:chgData name="jahnavi krishna" userId="9d77f6db85b0ecc8" providerId="LiveId" clId="{F4F9D093-3A74-4D80-99DA-56030CB952ED}" dt="2026-04-24T06:20:11.892" v="2829" actId="1076"/>
          <ac:picMkLst>
            <pc:docMk/>
            <pc:sldMk cId="3009629514" sldId="273"/>
            <ac:picMk id="6" creationId="{00145DFD-D333-3255-7B27-F341E413ED55}"/>
          </ac:picMkLst>
        </pc:picChg>
        <pc:picChg chg="add mod">
          <ac:chgData name="jahnavi krishna" userId="9d77f6db85b0ecc8" providerId="LiveId" clId="{F4F9D093-3A74-4D80-99DA-56030CB952ED}" dt="2026-04-24T06:03:23.139" v="2018"/>
          <ac:picMkLst>
            <pc:docMk/>
            <pc:sldMk cId="3009629514" sldId="273"/>
            <ac:picMk id="7" creationId="{1BC7F418-6DA2-A7EC-E18D-43F0EE4012E6}"/>
          </ac:picMkLst>
        </pc:picChg>
        <pc:picChg chg="add mod">
          <ac:chgData name="jahnavi krishna" userId="9d77f6db85b0ecc8" providerId="LiveId" clId="{F4F9D093-3A74-4D80-99DA-56030CB952ED}" dt="2026-04-24T06:03:32.677" v="2020"/>
          <ac:picMkLst>
            <pc:docMk/>
            <pc:sldMk cId="3009629514" sldId="273"/>
            <ac:picMk id="9" creationId="{451A44AF-97B2-4B66-E32A-3051E021954F}"/>
          </ac:picMkLst>
        </pc:picChg>
      </pc:sldChg>
      <pc:sldChg chg="del">
        <pc:chgData name="jahnavi krishna" userId="9d77f6db85b0ecc8" providerId="LiveId" clId="{F4F9D093-3A74-4D80-99DA-56030CB952ED}" dt="2026-04-24T06:03:58.362" v="2022" actId="47"/>
        <pc:sldMkLst>
          <pc:docMk/>
          <pc:sldMk cId="3621223865" sldId="276"/>
        </pc:sldMkLst>
      </pc:sldChg>
      <pc:sldChg chg="modSp add del mod">
        <pc:chgData name="jahnavi krishna" userId="9d77f6db85b0ecc8" providerId="LiveId" clId="{F4F9D093-3A74-4D80-99DA-56030CB952ED}" dt="2026-04-24T06:12:43.544" v="2723" actId="47"/>
        <pc:sldMkLst>
          <pc:docMk/>
          <pc:sldMk cId="3810893646" sldId="277"/>
        </pc:sldMkLst>
        <pc:spChg chg="mod">
          <ac:chgData name="jahnavi krishna" userId="9d77f6db85b0ecc8" providerId="LiveId" clId="{F4F9D093-3A74-4D80-99DA-56030CB952ED}" dt="2026-04-24T06:11:46.520" v="2703" actId="255"/>
          <ac:spMkLst>
            <pc:docMk/>
            <pc:sldMk cId="3810893646" sldId="277"/>
            <ac:spMk id="8" creationId="{B3476BC1-455B-4F76-E9D3-A4F59BFFBC13}"/>
          </ac:spMkLst>
        </pc:spChg>
      </pc:sldChg>
      <pc:sldChg chg="addSp delSp modSp add del mod">
        <pc:chgData name="jahnavi krishna" userId="9d77f6db85b0ecc8" providerId="LiveId" clId="{F4F9D093-3A74-4D80-99DA-56030CB952ED}" dt="2026-04-24T06:17:33.399" v="2801" actId="1076"/>
        <pc:sldMkLst>
          <pc:docMk/>
          <pc:sldMk cId="855099206" sldId="278"/>
        </pc:sldMkLst>
        <pc:spChg chg="add">
          <ac:chgData name="jahnavi krishna" userId="9d77f6db85b0ecc8" providerId="LiveId" clId="{F4F9D093-3A74-4D80-99DA-56030CB952ED}" dt="2026-04-24T06:15:49.347" v="2784"/>
          <ac:spMkLst>
            <pc:docMk/>
            <pc:sldMk cId="855099206" sldId="278"/>
            <ac:spMk id="8" creationId="{72B64E9B-19CA-BD0C-423A-0DB09ED522D0}"/>
          </ac:spMkLst>
        </pc:spChg>
        <pc:spChg chg="del mod">
          <ac:chgData name="jahnavi krishna" userId="9d77f6db85b0ecc8" providerId="LiveId" clId="{F4F9D093-3A74-4D80-99DA-56030CB952ED}" dt="2026-04-24T06:16:11.134" v="2785" actId="478"/>
          <ac:spMkLst>
            <pc:docMk/>
            <pc:sldMk cId="855099206" sldId="278"/>
            <ac:spMk id="9" creationId="{57B58354-4927-4807-426D-08CA30D4EEE1}"/>
          </ac:spMkLst>
        </pc:spChg>
        <pc:spChg chg="add del mod">
          <ac:chgData name="jahnavi krishna" userId="9d77f6db85b0ecc8" providerId="LiveId" clId="{F4F9D093-3A74-4D80-99DA-56030CB952ED}" dt="2026-04-24T06:16:38.409" v="2792"/>
          <ac:spMkLst>
            <pc:docMk/>
            <pc:sldMk cId="855099206" sldId="278"/>
            <ac:spMk id="10" creationId="{C4CA242F-CBC1-C4E1-FE5E-D0DA521DF8A8}"/>
          </ac:spMkLst>
        </pc:spChg>
        <pc:spChg chg="add mod">
          <ac:chgData name="jahnavi krishna" userId="9d77f6db85b0ecc8" providerId="LiveId" clId="{F4F9D093-3A74-4D80-99DA-56030CB952ED}" dt="2026-04-24T06:17:28.480" v="2800" actId="1076"/>
          <ac:spMkLst>
            <pc:docMk/>
            <pc:sldMk cId="855099206" sldId="278"/>
            <ac:spMk id="11" creationId="{AD696428-E9B5-44A1-AF99-2CA82396E19F}"/>
          </ac:spMkLst>
        </pc:spChg>
        <pc:picChg chg="add del mod">
          <ac:chgData name="jahnavi krishna" userId="9d77f6db85b0ecc8" providerId="LiveId" clId="{F4F9D093-3A74-4D80-99DA-56030CB952ED}" dt="2026-04-24T05:58:29.982" v="1954" actId="478"/>
          <ac:picMkLst>
            <pc:docMk/>
            <pc:sldMk cId="855099206" sldId="278"/>
            <ac:picMk id="2" creationId="{259A2FFD-11CC-2713-CD6C-4A16EB15D6C4}"/>
          </ac:picMkLst>
        </pc:picChg>
        <pc:picChg chg="add del">
          <ac:chgData name="jahnavi krishna" userId="9d77f6db85b0ecc8" providerId="LiveId" clId="{F4F9D093-3A74-4D80-99DA-56030CB952ED}" dt="2026-04-24T05:58:16.627" v="1952" actId="478"/>
          <ac:picMkLst>
            <pc:docMk/>
            <pc:sldMk cId="855099206" sldId="278"/>
            <ac:picMk id="3" creationId="{7BD37D00-21CB-869E-4991-5040445DBE10}"/>
          </ac:picMkLst>
        </pc:picChg>
        <pc:picChg chg="add del mod">
          <ac:chgData name="jahnavi krishna" userId="9d77f6db85b0ecc8" providerId="LiveId" clId="{F4F9D093-3A74-4D80-99DA-56030CB952ED}" dt="2026-04-24T05:58:42.071" v="1956" actId="478"/>
          <ac:picMkLst>
            <pc:docMk/>
            <pc:sldMk cId="855099206" sldId="278"/>
            <ac:picMk id="4" creationId="{0160FD43-666B-9246-935D-338C333446CD}"/>
          </ac:picMkLst>
        </pc:picChg>
        <pc:picChg chg="add mod">
          <ac:chgData name="jahnavi krishna" userId="9d77f6db85b0ecc8" providerId="LiveId" clId="{F4F9D093-3A74-4D80-99DA-56030CB952ED}" dt="2026-04-24T06:17:33.399" v="2801" actId="1076"/>
          <ac:picMkLst>
            <pc:docMk/>
            <pc:sldMk cId="855099206" sldId="278"/>
            <ac:picMk id="7" creationId="{3603A0A0-0BE4-DE70-1F06-61104369CF96}"/>
          </ac:picMkLst>
        </pc:picChg>
      </pc:sldChg>
      <pc:sldChg chg="modSp add del mod">
        <pc:chgData name="jahnavi krishna" userId="9d77f6db85b0ecc8" providerId="LiveId" clId="{F4F9D093-3A74-4D80-99DA-56030CB952ED}" dt="2026-04-24T06:12:42.687" v="2722" actId="47"/>
        <pc:sldMkLst>
          <pc:docMk/>
          <pc:sldMk cId="3245539946" sldId="279"/>
        </pc:sldMkLst>
        <pc:spChg chg="mod">
          <ac:chgData name="jahnavi krishna" userId="9d77f6db85b0ecc8" providerId="LiveId" clId="{F4F9D093-3A74-4D80-99DA-56030CB952ED}" dt="2026-04-24T06:07:38.439" v="2337"/>
          <ac:spMkLst>
            <pc:docMk/>
            <pc:sldMk cId="3245539946" sldId="279"/>
            <ac:spMk id="8" creationId="{5DB83D68-8B2B-C493-350E-4CB036B0D449}"/>
          </ac:spMkLst>
        </pc:spChg>
      </pc:sldChg>
      <pc:sldChg chg="add del">
        <pc:chgData name="jahnavi krishna" userId="9d77f6db85b0ecc8" providerId="LiveId" clId="{F4F9D093-3A74-4D80-99DA-56030CB952ED}" dt="2026-04-24T06:13:02.441" v="2726" actId="47"/>
        <pc:sldMkLst>
          <pc:docMk/>
          <pc:sldMk cId="554525078" sldId="280"/>
        </pc:sldMkLst>
      </pc:sldChg>
      <pc:sldChg chg="modSp new del mod">
        <pc:chgData name="jahnavi krishna" userId="9d77f6db85b0ecc8" providerId="LiveId" clId="{F4F9D093-3A74-4D80-99DA-56030CB952ED}" dt="2026-04-24T05:57:07.684" v="1949" actId="47"/>
        <pc:sldMkLst>
          <pc:docMk/>
          <pc:sldMk cId="209837513" sldId="281"/>
        </pc:sldMkLst>
        <pc:spChg chg="mod">
          <ac:chgData name="jahnavi krishna" userId="9d77f6db85b0ecc8" providerId="LiveId" clId="{F4F9D093-3A74-4D80-99DA-56030CB952ED}" dt="2026-04-24T05:51:12.225" v="1550" actId="27636"/>
          <ac:spMkLst>
            <pc:docMk/>
            <pc:sldMk cId="209837513" sldId="281"/>
            <ac:spMk id="2" creationId="{7A5BA15C-59D6-8DA1-2F15-80582524D662}"/>
          </ac:spMkLst>
        </pc:spChg>
        <pc:spChg chg="mod">
          <ac:chgData name="jahnavi krishna" userId="9d77f6db85b0ecc8" providerId="LiveId" clId="{F4F9D093-3A74-4D80-99DA-56030CB952ED}" dt="2026-04-24T05:49:02.779" v="1548" actId="14100"/>
          <ac:spMkLst>
            <pc:docMk/>
            <pc:sldMk cId="209837513" sldId="281"/>
            <ac:spMk id="3" creationId="{6C30266B-4DC5-4A22-FBD6-3D1BEADCF8B9}"/>
          </ac:spMkLst>
        </pc:spChg>
      </pc:sldChg>
      <pc:sldChg chg="new del">
        <pc:chgData name="jahnavi krishna" userId="9d77f6db85b0ecc8" providerId="LiveId" clId="{F4F9D093-3A74-4D80-99DA-56030CB952ED}" dt="2026-04-24T05:48:51.637" v="1545" actId="47"/>
        <pc:sldMkLst>
          <pc:docMk/>
          <pc:sldMk cId="2810596268" sldId="28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95D45C6-0EE1-4463-A282-C820DFFB35A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99A8E6-F9AC-4F7A-9A5B-3A1310B765BE}" type="slidenum">
              <a:rPr lang="en-IN" smtClean="0"/>
              <a:t>‹#›</a:t>
            </a:fld>
            <a:endParaRPr lang="en-IN"/>
          </a:p>
        </p:txBody>
      </p:sp>
    </p:spTree>
    <p:extLst>
      <p:ext uri="{BB962C8B-B14F-4D97-AF65-F5344CB8AC3E}">
        <p14:creationId xmlns:p14="http://schemas.microsoft.com/office/powerpoint/2010/main" val="2281038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95D45C6-0EE1-4463-A282-C820DFFB35A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99A8E6-F9AC-4F7A-9A5B-3A1310B765BE}" type="slidenum">
              <a:rPr lang="en-IN" smtClean="0"/>
              <a:t>‹#›</a:t>
            </a:fld>
            <a:endParaRPr lang="en-IN"/>
          </a:p>
        </p:txBody>
      </p:sp>
    </p:spTree>
    <p:extLst>
      <p:ext uri="{BB962C8B-B14F-4D97-AF65-F5344CB8AC3E}">
        <p14:creationId xmlns:p14="http://schemas.microsoft.com/office/powerpoint/2010/main" val="2622431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5D45C6-0EE1-4463-A282-C820DFFB35A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99A8E6-F9AC-4F7A-9A5B-3A1310B765BE}" type="slidenum">
              <a:rPr lang="en-IN" smtClean="0"/>
              <a:t>‹#›</a:t>
            </a:fld>
            <a:endParaRPr lang="en-IN"/>
          </a:p>
        </p:txBody>
      </p:sp>
    </p:spTree>
    <p:extLst>
      <p:ext uri="{BB962C8B-B14F-4D97-AF65-F5344CB8AC3E}">
        <p14:creationId xmlns:p14="http://schemas.microsoft.com/office/powerpoint/2010/main" val="1886092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95D45C6-0EE1-4463-A282-C820DFFB35A2}"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99A8E6-F9AC-4F7A-9A5B-3A1310B765BE}" type="slidenum">
              <a:rPr lang="en-IN" smtClean="0"/>
              <a:t>‹#›</a:t>
            </a:fld>
            <a:endParaRPr lang="en-IN"/>
          </a:p>
        </p:txBody>
      </p:sp>
    </p:spTree>
    <p:extLst>
      <p:ext uri="{BB962C8B-B14F-4D97-AF65-F5344CB8AC3E}">
        <p14:creationId xmlns:p14="http://schemas.microsoft.com/office/powerpoint/2010/main" val="3824078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95D45C6-0EE1-4463-A282-C820DFFB35A2}"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99A8E6-F9AC-4F7A-9A5B-3A1310B765BE}" type="slidenum">
              <a:rPr lang="en-IN" smtClean="0"/>
              <a:t>‹#›</a:t>
            </a:fld>
            <a:endParaRPr lang="en-IN"/>
          </a:p>
        </p:txBody>
      </p:sp>
    </p:spTree>
    <p:extLst>
      <p:ext uri="{BB962C8B-B14F-4D97-AF65-F5344CB8AC3E}">
        <p14:creationId xmlns:p14="http://schemas.microsoft.com/office/powerpoint/2010/main" val="3120299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95D45C6-0EE1-4463-A282-C820DFFB35A2}" type="datetimeFigureOut">
              <a:rPr lang="en-IN" smtClean="0"/>
              <a:t>24-04-2026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99A8E6-F9AC-4F7A-9A5B-3A1310B765BE}" type="slidenum">
              <a:rPr lang="en-IN" smtClean="0"/>
              <a:t>‹#›</a:t>
            </a:fld>
            <a:endParaRPr lang="en-IN"/>
          </a:p>
        </p:txBody>
      </p:sp>
    </p:spTree>
    <p:extLst>
      <p:ext uri="{BB962C8B-B14F-4D97-AF65-F5344CB8AC3E}">
        <p14:creationId xmlns:p14="http://schemas.microsoft.com/office/powerpoint/2010/main" val="2874446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5D45C6-0EE1-4463-A282-C820DFFB35A2}" type="datetimeFigureOut">
              <a:rPr lang="en-IN" smtClean="0"/>
              <a:t>24-04-2026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99A8E6-F9AC-4F7A-9A5B-3A1310B765BE}" type="slidenum">
              <a:rPr lang="en-IN" smtClean="0"/>
              <a:t>‹#›</a:t>
            </a:fld>
            <a:endParaRPr lang="en-IN"/>
          </a:p>
        </p:txBody>
      </p:sp>
    </p:spTree>
    <p:extLst>
      <p:ext uri="{BB962C8B-B14F-4D97-AF65-F5344CB8AC3E}">
        <p14:creationId xmlns:p14="http://schemas.microsoft.com/office/powerpoint/2010/main" val="3460901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5D45C6-0EE1-4463-A282-C820DFFB35A2}"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99A8E6-F9AC-4F7A-9A5B-3A1310B765BE}" type="slidenum">
              <a:rPr lang="en-IN" smtClean="0"/>
              <a:t>‹#›</a:t>
            </a:fld>
            <a:endParaRPr lang="en-IN"/>
          </a:p>
        </p:txBody>
      </p:sp>
    </p:spTree>
    <p:extLst>
      <p:ext uri="{BB962C8B-B14F-4D97-AF65-F5344CB8AC3E}">
        <p14:creationId xmlns:p14="http://schemas.microsoft.com/office/powerpoint/2010/main" val="3523920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5D45C6-0EE1-4463-A282-C820DFFB35A2}"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99A8E6-F9AC-4F7A-9A5B-3A1310B765BE}" type="slidenum">
              <a:rPr lang="en-IN" smtClean="0"/>
              <a:t>‹#›</a:t>
            </a:fld>
            <a:endParaRPr lang="en-IN"/>
          </a:p>
        </p:txBody>
      </p:sp>
    </p:spTree>
    <p:extLst>
      <p:ext uri="{BB962C8B-B14F-4D97-AF65-F5344CB8AC3E}">
        <p14:creationId xmlns:p14="http://schemas.microsoft.com/office/powerpoint/2010/main" val="1668987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95D45C6-0EE1-4463-A282-C820DFFB35A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99A8E6-F9AC-4F7A-9A5B-3A1310B765BE}" type="slidenum">
              <a:rPr lang="en-IN" smtClean="0"/>
              <a:t>‹#›</a:t>
            </a:fld>
            <a:endParaRPr lang="en-IN"/>
          </a:p>
        </p:txBody>
      </p:sp>
    </p:spTree>
    <p:extLst>
      <p:ext uri="{BB962C8B-B14F-4D97-AF65-F5344CB8AC3E}">
        <p14:creationId xmlns:p14="http://schemas.microsoft.com/office/powerpoint/2010/main" val="3314209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95D45C6-0EE1-4463-A282-C820DFFB35A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99A8E6-F9AC-4F7A-9A5B-3A1310B765BE}" type="slidenum">
              <a:rPr lang="en-IN" smtClean="0"/>
              <a:t>‹#›</a:t>
            </a:fld>
            <a:endParaRPr lang="en-IN"/>
          </a:p>
        </p:txBody>
      </p:sp>
    </p:spTree>
    <p:extLst>
      <p:ext uri="{BB962C8B-B14F-4D97-AF65-F5344CB8AC3E}">
        <p14:creationId xmlns:p14="http://schemas.microsoft.com/office/powerpoint/2010/main" val="3206796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5D45C6-0EE1-4463-A282-C820DFFB35A2}" type="datetimeFigureOut">
              <a:rPr lang="en-IN" smtClean="0"/>
              <a:t>24-04-2026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99A8E6-F9AC-4F7A-9A5B-3A1310B765BE}" type="slidenum">
              <a:rPr lang="en-IN" smtClean="0"/>
              <a:t>‹#›</a:t>
            </a:fld>
            <a:endParaRPr lang="en-IN"/>
          </a:p>
        </p:txBody>
      </p:sp>
    </p:spTree>
    <p:extLst>
      <p:ext uri="{BB962C8B-B14F-4D97-AF65-F5344CB8AC3E}">
        <p14:creationId xmlns:p14="http://schemas.microsoft.com/office/powerpoint/2010/main" val="3436340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91936" y="127000"/>
            <a:ext cx="5064400" cy="1162359"/>
          </a:xfrm>
          <a:prstGeom prst="rect">
            <a:avLst/>
          </a:prstGeom>
        </p:spPr>
      </p:pic>
      <p:sp>
        <p:nvSpPr>
          <p:cNvPr id="3" name="TextBox 2"/>
          <p:cNvSpPr txBox="1"/>
          <p:nvPr/>
        </p:nvSpPr>
        <p:spPr>
          <a:xfrm>
            <a:off x="1211131" y="1523292"/>
            <a:ext cx="9905410" cy="4708981"/>
          </a:xfrm>
          <a:prstGeom prst="rect">
            <a:avLst/>
          </a:prstGeom>
          <a:noFill/>
        </p:spPr>
        <p:txBody>
          <a:bodyPr wrap="square" rtlCol="0">
            <a:spAutoFit/>
          </a:bodyPr>
          <a:lstStyle/>
          <a:p>
            <a:pPr algn="ctr"/>
            <a:r>
              <a:rPr lang="en-IN" sz="3200" b="1" dirty="0" err="1">
                <a:latin typeface="Times New Roman" panose="02020603050405020304" pitchFamily="18" charset="0"/>
                <a:cs typeface="Times New Roman" panose="02020603050405020304" pitchFamily="18" charset="0"/>
              </a:rPr>
              <a:t>LeafGuard</a:t>
            </a:r>
            <a:r>
              <a:rPr lang="en-IN" sz="3200" b="1" dirty="0">
                <a:latin typeface="Times New Roman" panose="02020603050405020304" pitchFamily="18" charset="0"/>
                <a:cs typeface="Times New Roman" panose="02020603050405020304" pitchFamily="18" charset="0"/>
              </a:rPr>
              <a:t> </a:t>
            </a:r>
            <a:r>
              <a:rPr lang="en-IN" sz="3200" b="1" dirty="0" err="1">
                <a:latin typeface="Times New Roman" panose="02020603050405020304" pitchFamily="18" charset="0"/>
                <a:cs typeface="Times New Roman" panose="02020603050405020304" pitchFamily="18" charset="0"/>
              </a:rPr>
              <a:t>AI:Predictive</a:t>
            </a:r>
            <a:r>
              <a:rPr lang="en-IN" sz="3200" b="1" dirty="0">
                <a:latin typeface="Times New Roman" panose="02020603050405020304" pitchFamily="18" charset="0"/>
                <a:cs typeface="Times New Roman" panose="02020603050405020304" pitchFamily="18" charset="0"/>
              </a:rPr>
              <a:t> </a:t>
            </a:r>
            <a:r>
              <a:rPr lang="en-IN" sz="3200" b="1" dirty="0" err="1">
                <a:latin typeface="Times New Roman" panose="02020603050405020304" pitchFamily="18" charset="0"/>
                <a:cs typeface="Times New Roman" panose="02020603050405020304" pitchFamily="18" charset="0"/>
              </a:rPr>
              <a:t>Modeling</a:t>
            </a:r>
            <a:r>
              <a:rPr lang="en-IN" sz="3200" b="1" dirty="0">
                <a:latin typeface="Times New Roman" panose="02020603050405020304" pitchFamily="18" charset="0"/>
                <a:cs typeface="Times New Roman" panose="02020603050405020304" pitchFamily="18" charset="0"/>
              </a:rPr>
              <a:t> of Plant Stress Using </a:t>
            </a:r>
            <a:r>
              <a:rPr lang="en-IN" sz="3200" b="1" dirty="0" err="1">
                <a:latin typeface="Times New Roman" panose="02020603050405020304" pitchFamily="18" charset="0"/>
                <a:cs typeface="Times New Roman" panose="02020603050405020304" pitchFamily="18" charset="0"/>
              </a:rPr>
              <a:t>Multisensor</a:t>
            </a:r>
            <a:r>
              <a:rPr lang="en-IN" sz="3200" b="1" dirty="0">
                <a:latin typeface="Times New Roman" panose="02020603050405020304" pitchFamily="18" charset="0"/>
                <a:cs typeface="Times New Roman" panose="02020603050405020304" pitchFamily="18" charset="0"/>
              </a:rPr>
              <a:t> Data</a:t>
            </a:r>
            <a:endParaRPr lang="en-IN" sz="3200" dirty="0">
              <a:latin typeface="Times New Roman" panose="02020603050405020304" pitchFamily="18" charset="0"/>
              <a:cs typeface="Times New Roman" panose="02020603050405020304" pitchFamily="18" charset="0"/>
            </a:endParaRPr>
          </a:p>
          <a:p>
            <a:pPr algn="ctr"/>
            <a:r>
              <a:rPr lang="en-IN" sz="2200" b="1" dirty="0">
                <a:latin typeface="Times New Roman" panose="02020603050405020304" pitchFamily="18" charset="0"/>
                <a:cs typeface="Times New Roman" panose="02020603050405020304" pitchFamily="18" charset="0"/>
              </a:rPr>
              <a:t>[Batch No: 42  ]</a:t>
            </a:r>
          </a:p>
          <a:p>
            <a:pPr algn="ctr"/>
            <a:endParaRPr lang="en-IN" sz="2400" b="1"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Team Members :</a:t>
            </a:r>
          </a:p>
          <a:p>
            <a:r>
              <a:rPr lang="en-IN" sz="2200" dirty="0">
                <a:latin typeface="Times New Roman" panose="02020603050405020304" pitchFamily="18" charset="0"/>
                <a:cs typeface="Times New Roman" panose="02020603050405020304" pitchFamily="18" charset="0"/>
              </a:rPr>
              <a:t>227004039 –</a:t>
            </a:r>
            <a:r>
              <a:rPr lang="en-IN" sz="2200" dirty="0" err="1">
                <a:latin typeface="Times New Roman" panose="02020603050405020304" pitchFamily="18" charset="0"/>
                <a:cs typeface="Times New Roman" panose="02020603050405020304" pitchFamily="18" charset="0"/>
              </a:rPr>
              <a:t>k.Jahnavikrishna</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227004020 –</a:t>
            </a:r>
            <a:r>
              <a:rPr lang="en-IN" sz="2200" dirty="0" err="1">
                <a:latin typeface="Times New Roman" panose="02020603050405020304" pitchFamily="18" charset="0"/>
                <a:cs typeface="Times New Roman" panose="02020603050405020304" pitchFamily="18" charset="0"/>
              </a:rPr>
              <a:t>G.poojitha</a:t>
            </a:r>
            <a:r>
              <a:rPr lang="en-IN" sz="2200"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Guide:Dr.A.Subramanian</a:t>
            </a:r>
            <a:endParaRPr lang="en-IN" sz="2400" b="1"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a:p>
            <a:pPr algn="ctr"/>
            <a:r>
              <a:rPr lang="en-IN" sz="2400" b="1" dirty="0">
                <a:latin typeface="Times New Roman" panose="02020603050405020304" pitchFamily="18" charset="0"/>
                <a:cs typeface="Times New Roman" panose="02020603050405020304" pitchFamily="18" charset="0"/>
              </a:rPr>
              <a:t>Department of </a:t>
            </a:r>
            <a:r>
              <a:rPr lang="en-IN" sz="2400" b="1" dirty="0" err="1">
                <a:latin typeface="Times New Roman" panose="02020603050405020304" pitchFamily="18" charset="0"/>
                <a:cs typeface="Times New Roman" panose="02020603050405020304" pitchFamily="18" charset="0"/>
              </a:rPr>
              <a:t>ECE</a:t>
            </a:r>
            <a:endParaRPr lang="en-IN" sz="2400" b="1" dirty="0">
              <a:latin typeface="Times New Roman" panose="02020603050405020304" pitchFamily="18" charset="0"/>
              <a:cs typeface="Times New Roman" panose="02020603050405020304" pitchFamily="18" charset="0"/>
            </a:endParaRPr>
          </a:p>
          <a:p>
            <a:pPr algn="ctr"/>
            <a:r>
              <a:rPr lang="en-IN" sz="2400" b="1" dirty="0" err="1">
                <a:latin typeface="Times New Roman" panose="02020603050405020304" pitchFamily="18" charset="0"/>
                <a:cs typeface="Times New Roman" panose="02020603050405020304" pitchFamily="18" charset="0"/>
              </a:rPr>
              <a:t>SRC</a:t>
            </a:r>
            <a:r>
              <a:rPr lang="en-IN" sz="2400" b="1" dirty="0">
                <a:latin typeface="Times New Roman" panose="02020603050405020304" pitchFamily="18" charset="0"/>
                <a:cs typeface="Times New Roman" panose="02020603050405020304" pitchFamily="18" charset="0"/>
              </a:rPr>
              <a:t>, SASTRA University</a:t>
            </a:r>
          </a:p>
        </p:txBody>
      </p:sp>
    </p:spTree>
    <p:extLst>
      <p:ext uri="{BB962C8B-B14F-4D97-AF65-F5344CB8AC3E}">
        <p14:creationId xmlns:p14="http://schemas.microsoft.com/office/powerpoint/2010/main" val="2828356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31FE31-8959-61F4-5ECB-B93C9AC9BE3E}"/>
              </a:ext>
            </a:extLst>
          </p:cNvPr>
          <p:cNvPicPr>
            <a:picLocks noChangeAspect="1"/>
          </p:cNvPicPr>
          <p:nvPr/>
        </p:nvPicPr>
        <p:blipFill>
          <a:blip r:embed="rId2"/>
          <a:stretch>
            <a:fillRect/>
          </a:stretch>
        </p:blipFill>
        <p:spPr>
          <a:xfrm>
            <a:off x="3491936" y="127000"/>
            <a:ext cx="5064400" cy="1162359"/>
          </a:xfrm>
          <a:prstGeom prst="rect">
            <a:avLst/>
          </a:prstGeom>
        </p:spPr>
      </p:pic>
      <p:sp>
        <p:nvSpPr>
          <p:cNvPr id="6" name="TextBox 5">
            <a:extLst>
              <a:ext uri="{FF2B5EF4-FFF2-40B4-BE49-F238E27FC236}">
                <a16:creationId xmlns:a16="http://schemas.microsoft.com/office/drawing/2014/main" id="{33457D6D-4538-CCD2-B893-C7D6C262717E}"/>
              </a:ext>
            </a:extLst>
          </p:cNvPr>
          <p:cNvSpPr txBox="1"/>
          <p:nvPr/>
        </p:nvSpPr>
        <p:spPr>
          <a:xfrm>
            <a:off x="670368" y="1176501"/>
            <a:ext cx="11415240" cy="5786199"/>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INTRODUCTION:</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buFontTx/>
              <a:buChar char="•"/>
            </a:pPr>
            <a:r>
              <a:rPr lang="en-US" sz="2400" dirty="0"/>
              <a:t>Environmental stress parameters like impedance, humidity, and temperature </a:t>
            </a:r>
          </a:p>
          <a:p>
            <a:pPr lvl="0" eaLnBrk="0" fontAlgn="base" hangingPunct="0">
              <a:spcBef>
                <a:spcPct val="0"/>
              </a:spcBef>
              <a:spcAft>
                <a:spcPct val="0"/>
              </a:spcAft>
            </a:pPr>
            <a:r>
              <a:rPr lang="en-US" sz="2400" dirty="0"/>
              <a:t>   play an important role in plant health monitoring.</a:t>
            </a: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sz="2400" dirty="0"/>
              <a:t>Accurate prediction of these parameters helps in improving precision </a:t>
            </a:r>
          </a:p>
          <a:p>
            <a:pPr lvl="0" eaLnBrk="0" fontAlgn="base" hangingPunct="0">
              <a:spcBef>
                <a:spcPct val="0"/>
              </a:spcBef>
              <a:spcAft>
                <a:spcPct val="0"/>
              </a:spcAft>
            </a:pPr>
            <a:r>
              <a:rPr lang="en-US" sz="2400" dirty="0"/>
              <a:t>  agriculture and smart farming systems</a:t>
            </a: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sz="2400" dirty="0"/>
              <a:t>This project uses machine learning models to predict environmental </a:t>
            </a:r>
          </a:p>
          <a:p>
            <a:pPr lvl="0" eaLnBrk="0" fontAlgn="base" hangingPunct="0">
              <a:spcBef>
                <a:spcPct val="0"/>
              </a:spcBef>
              <a:spcAft>
                <a:spcPct val="0"/>
              </a:spcAft>
            </a:pPr>
            <a:r>
              <a:rPr lang="en-US" sz="2400" dirty="0"/>
              <a:t>  stress conditions using sensor-based data.</a:t>
            </a:r>
            <a:r>
              <a:rPr lang="en-US" altLang="en-US" sz="2400" dirty="0">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FontTx/>
              <a:buChar char="•"/>
            </a:pPr>
            <a:r>
              <a:rPr lang="en-US" sz="2400" dirty="0"/>
              <a:t>A Hybrid-</a:t>
            </a:r>
            <a:r>
              <a:rPr lang="en-US" sz="2400" dirty="0" err="1"/>
              <a:t>AdapTree</a:t>
            </a:r>
            <a:r>
              <a:rPr lang="en-US" sz="2400" dirty="0"/>
              <a:t> model with feature selection is proposed to improve prediction accuracy and reduce training time.</a:t>
            </a:r>
            <a:r>
              <a:rPr lang="en-US" altLang="en-US" sz="2400" dirty="0">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FontTx/>
              <a:buChar char="•"/>
            </a:pPr>
            <a:r>
              <a:rPr lang="en-US" sz="2400" dirty="0"/>
              <a:t>The system provides efficient stress analysis and supports real-time agricultural monitoring applications.</a:t>
            </a:r>
            <a:r>
              <a:rPr lang="en-US" altLang="en-US" sz="2400" dirty="0">
                <a:latin typeface="Times New Roman" panose="02020603050405020304" pitchFamily="18" charset="0"/>
                <a:cs typeface="Times New Roman" panose="02020603050405020304" pitchFamily="18" charset="0"/>
              </a:rPr>
              <a:t> </a:t>
            </a:r>
          </a:p>
          <a:p>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56831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91936" y="127000"/>
            <a:ext cx="5064400" cy="1162359"/>
          </a:xfrm>
          <a:prstGeom prst="rect">
            <a:avLst/>
          </a:prstGeom>
        </p:spPr>
      </p:pic>
      <p:sp>
        <p:nvSpPr>
          <p:cNvPr id="3" name="TextBox 2"/>
          <p:cNvSpPr txBox="1"/>
          <p:nvPr/>
        </p:nvSpPr>
        <p:spPr>
          <a:xfrm>
            <a:off x="1143295" y="1742150"/>
            <a:ext cx="9905410" cy="6555641"/>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Problem Statement :</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buFontTx/>
              <a:buChar char="•"/>
            </a:pPr>
            <a:r>
              <a:rPr lang="en-US" sz="2400" dirty="0"/>
              <a:t>Traditional plant stress monitoring methods are slow and less accurate.</a:t>
            </a:r>
            <a:r>
              <a:rPr lang="en-US" altLang="en-US" sz="2400" dirty="0">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a:t>
            </a:r>
            <a:r>
              <a:rPr lang="en-US" sz="2400" dirty="0"/>
              <a:t>Single machine learning models give lower prediction performance.</a:t>
            </a: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a:t>
            </a:r>
            <a:r>
              <a:rPr lang="en-US" sz="2400" dirty="0"/>
              <a:t>High training time increases computational complexity.</a:t>
            </a: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a:t>
            </a:r>
            <a:r>
              <a:rPr lang="en-US" sz="2400" dirty="0"/>
              <a:t>Important parameters like impedance, RH, and temperature need accurate     prediction.</a:t>
            </a:r>
          </a:p>
          <a:p>
            <a:pPr eaLnBrk="0" fontAlgn="base" hangingPunct="0">
              <a:spcBef>
                <a:spcPct val="0"/>
              </a:spcBef>
              <a:spcAft>
                <a:spcPct val="0"/>
              </a:spcAft>
              <a:buFontTx/>
              <a:buChar char="•"/>
            </a:pPr>
            <a:r>
              <a:rPr lang="en-US" sz="2400" dirty="0"/>
              <a:t>An efficient hybrid model is needed for better accuracy and faster results. </a:t>
            </a:r>
          </a:p>
          <a:p>
            <a:pPr lvl="0" eaLnBrk="0" fontAlgn="base" hangingPunct="0">
              <a:spcBef>
                <a:spcPct val="0"/>
              </a:spcBef>
              <a:spcAft>
                <a:spcPct val="0"/>
              </a:spcAft>
            </a:pPr>
            <a:endParaRPr lang="en-US" altLang="en-US" sz="2400"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pPr algn="ctr"/>
            <a:endParaRPr lang="en-IN" sz="2800" b="1" dirty="0">
              <a:latin typeface="Times New Roman" panose="02020603050405020304" pitchFamily="18" charset="0"/>
              <a:cs typeface="Times New Roman" panose="02020603050405020304" pitchFamily="18" charset="0"/>
            </a:endParaRPr>
          </a:p>
          <a:p>
            <a:pPr marL="457200" indent="-457200" algn="ctr">
              <a:buFont typeface="Arial" panose="020B0604020202020204" pitchFamily="34" charset="0"/>
              <a:buChar char="•"/>
            </a:pPr>
            <a:endParaRPr lang="en-IN" sz="2800" b="1" dirty="0">
              <a:latin typeface="Times New Roman" panose="02020603050405020304" pitchFamily="18" charset="0"/>
              <a:cs typeface="Times New Roman" panose="02020603050405020304" pitchFamily="18" charset="0"/>
            </a:endParaRPr>
          </a:p>
          <a:p>
            <a:pPr algn="ctr"/>
            <a:endParaRPr lang="en-IN" sz="2800" b="1" dirty="0">
              <a:latin typeface="Times New Roman" panose="02020603050405020304" pitchFamily="18" charset="0"/>
              <a:cs typeface="Times New Roman" panose="02020603050405020304" pitchFamily="18" charset="0"/>
            </a:endParaRPr>
          </a:p>
          <a:p>
            <a:pPr marL="457200" indent="-457200" algn="ctr">
              <a:buFont typeface="Arial" panose="020B0604020202020204" pitchFamily="34" charset="0"/>
              <a:buChar char="•"/>
            </a:pPr>
            <a:endParaRPr lang="en-IN" sz="2800" b="1" dirty="0">
              <a:latin typeface="Times New Roman" panose="02020603050405020304" pitchFamily="18" charset="0"/>
              <a:cs typeface="Times New Roman" panose="02020603050405020304" pitchFamily="18" charset="0"/>
            </a:endParaRPr>
          </a:p>
          <a:p>
            <a:pPr marL="457200" indent="-457200" algn="ctr">
              <a:buFont typeface="Arial" panose="020B0604020202020204" pitchFamily="34" charset="0"/>
              <a:buChar char="•"/>
            </a:pP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6547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91936" y="127000"/>
            <a:ext cx="5064400" cy="1162359"/>
          </a:xfrm>
          <a:prstGeom prst="rect">
            <a:avLst/>
          </a:prstGeom>
        </p:spPr>
      </p:pic>
      <p:sp>
        <p:nvSpPr>
          <p:cNvPr id="3" name="TextBox 2"/>
          <p:cNvSpPr txBox="1"/>
          <p:nvPr/>
        </p:nvSpPr>
        <p:spPr>
          <a:xfrm>
            <a:off x="792031" y="1955092"/>
            <a:ext cx="9905410" cy="353943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Objectives of the Project :</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buFontTx/>
              <a:buChar char="•"/>
            </a:pPr>
            <a:r>
              <a:rPr lang="en-US" sz="2400" dirty="0"/>
              <a:t>To collect and preprocess environmental and impedance data.</a:t>
            </a:r>
            <a:r>
              <a:rPr lang="en-US" altLang="en-US" sz="2400" dirty="0">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FontTx/>
              <a:buChar char="•"/>
            </a:pPr>
            <a:r>
              <a:rPr lang="en-US" sz="2400" dirty="0"/>
              <a:t>To select important features using Mutual Information.</a:t>
            </a: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sz="2400" dirty="0"/>
              <a:t>To implement machine learning models for prediction.</a:t>
            </a: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sz="2400" dirty="0"/>
              <a:t>To develop a Hybrid-</a:t>
            </a:r>
            <a:r>
              <a:rPr lang="en-US" sz="2400" dirty="0" err="1"/>
              <a:t>AdapTree</a:t>
            </a:r>
            <a:r>
              <a:rPr lang="en-US" sz="2400" dirty="0"/>
              <a:t> model for better accuracy.</a:t>
            </a:r>
            <a:r>
              <a:rPr lang="en-US" altLang="en-US" sz="2400" dirty="0">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FontTx/>
              <a:buChar char="•"/>
            </a:pPr>
            <a:r>
              <a:rPr lang="en-US" sz="2400" dirty="0"/>
              <a:t>To reduce training time using feature selection.</a:t>
            </a:r>
            <a:endParaRPr lang="en-IN" sz="2800" b="1"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Tx/>
              <a:buChar char="•"/>
            </a:pPr>
            <a:r>
              <a:rPr lang="en-US" sz="2400" dirty="0"/>
              <a:t>To predict plant stress using Environmental Stress Index (ESI). </a:t>
            </a:r>
          </a:p>
          <a:p>
            <a:pPr lvl="0" eaLnBrk="0" fontAlgn="base" hangingPunct="0">
              <a:spcBef>
                <a:spcPct val="0"/>
              </a:spcBef>
              <a:spcAft>
                <a:spcPct val="0"/>
              </a:spcAft>
            </a:pP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6360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F45477-4070-0032-1374-2C68FFAB5127}"/>
              </a:ext>
            </a:extLst>
          </p:cNvPr>
          <p:cNvPicPr>
            <a:picLocks noChangeAspect="1"/>
          </p:cNvPicPr>
          <p:nvPr/>
        </p:nvPicPr>
        <p:blipFill>
          <a:blip r:embed="rId2"/>
          <a:stretch>
            <a:fillRect/>
          </a:stretch>
        </p:blipFill>
        <p:spPr>
          <a:xfrm>
            <a:off x="3734100" y="102073"/>
            <a:ext cx="4272435" cy="980591"/>
          </a:xfrm>
          <a:prstGeom prst="rect">
            <a:avLst/>
          </a:prstGeom>
        </p:spPr>
      </p:pic>
      <p:sp>
        <p:nvSpPr>
          <p:cNvPr id="5" name="TextBox 4">
            <a:extLst>
              <a:ext uri="{FF2B5EF4-FFF2-40B4-BE49-F238E27FC236}">
                <a16:creationId xmlns:a16="http://schemas.microsoft.com/office/drawing/2014/main" id="{0BC81F18-4BDD-7FE8-2125-D3CE6FCA690E}"/>
              </a:ext>
            </a:extLst>
          </p:cNvPr>
          <p:cNvSpPr txBox="1"/>
          <p:nvPr/>
        </p:nvSpPr>
        <p:spPr>
          <a:xfrm>
            <a:off x="290187" y="1032798"/>
            <a:ext cx="4851156" cy="1231106"/>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SYSTEM ARCHITECTURE :</a:t>
            </a:r>
          </a:p>
          <a:p>
            <a:endParaRPr lang="en-IN" sz="2800" b="1" dirty="0">
              <a:latin typeface="Times New Roman" panose="02020603050405020304" pitchFamily="18" charset="0"/>
              <a:cs typeface="Times New Roman" panose="02020603050405020304" pitchFamily="18" charset="0"/>
            </a:endParaRPr>
          </a:p>
          <a:p>
            <a:endParaRPr lang="en-IN" dirty="0"/>
          </a:p>
        </p:txBody>
      </p:sp>
      <p:pic>
        <p:nvPicPr>
          <p:cNvPr id="2" name="Picture 1">
            <a:extLst>
              <a:ext uri="{FF2B5EF4-FFF2-40B4-BE49-F238E27FC236}">
                <a16:creationId xmlns:a16="http://schemas.microsoft.com/office/drawing/2014/main" id="{C222261B-4E61-21AD-8A86-A15D2BDC644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4525" y="1459671"/>
            <a:ext cx="8217008" cy="5479523"/>
          </a:xfrm>
          <a:prstGeom prst="rect">
            <a:avLst/>
          </a:prstGeom>
          <a:noFill/>
          <a:ln>
            <a:noFill/>
          </a:ln>
        </p:spPr>
      </p:pic>
    </p:spTree>
    <p:extLst>
      <p:ext uri="{BB962C8B-B14F-4D97-AF65-F5344CB8AC3E}">
        <p14:creationId xmlns:p14="http://schemas.microsoft.com/office/powerpoint/2010/main" val="3773452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B70DE-AEA6-322F-9E45-3A51D3A6971E}"/>
              </a:ext>
            </a:extLst>
          </p:cNvPr>
          <p:cNvSpPr>
            <a:spLocks noGrp="1"/>
          </p:cNvSpPr>
          <p:nvPr>
            <p:ph type="title"/>
          </p:nvPr>
        </p:nvSpPr>
        <p:spPr>
          <a:xfrm>
            <a:off x="474945" y="1417311"/>
            <a:ext cx="5621055" cy="486645"/>
          </a:xfrm>
        </p:spPr>
        <p:txBody>
          <a:bodyPr>
            <a:normAutofit/>
          </a:bodyPr>
          <a:lstStyle/>
          <a:p>
            <a:r>
              <a:rPr lang="en-IN" sz="2800" b="1" dirty="0">
                <a:latin typeface="Times New Roman" panose="02020603050405020304" pitchFamily="18" charset="0"/>
                <a:cs typeface="Times New Roman" panose="02020603050405020304" pitchFamily="18" charset="0"/>
              </a:rPr>
              <a:t>Implementation details:</a:t>
            </a:r>
          </a:p>
        </p:txBody>
      </p:sp>
      <p:pic>
        <p:nvPicPr>
          <p:cNvPr id="4" name="Picture 3">
            <a:extLst>
              <a:ext uri="{FF2B5EF4-FFF2-40B4-BE49-F238E27FC236}">
                <a16:creationId xmlns:a16="http://schemas.microsoft.com/office/drawing/2014/main" id="{09412300-1AEB-B990-1776-9081F48B86CC}"/>
              </a:ext>
            </a:extLst>
          </p:cNvPr>
          <p:cNvPicPr>
            <a:picLocks noChangeAspect="1"/>
          </p:cNvPicPr>
          <p:nvPr/>
        </p:nvPicPr>
        <p:blipFill>
          <a:blip r:embed="rId2"/>
          <a:stretch>
            <a:fillRect/>
          </a:stretch>
        </p:blipFill>
        <p:spPr>
          <a:xfrm>
            <a:off x="3491936" y="127000"/>
            <a:ext cx="5064400" cy="1162359"/>
          </a:xfrm>
          <a:prstGeom prst="rect">
            <a:avLst/>
          </a:prstGeom>
        </p:spPr>
      </p:pic>
      <p:sp>
        <p:nvSpPr>
          <p:cNvPr id="5" name="TextBox 4">
            <a:extLst>
              <a:ext uri="{FF2B5EF4-FFF2-40B4-BE49-F238E27FC236}">
                <a16:creationId xmlns:a16="http://schemas.microsoft.com/office/drawing/2014/main" id="{060A14A9-ABF0-CFEB-34FB-6A5C78411661}"/>
              </a:ext>
            </a:extLst>
          </p:cNvPr>
          <p:cNvSpPr txBox="1"/>
          <p:nvPr/>
        </p:nvSpPr>
        <p:spPr>
          <a:xfrm>
            <a:off x="1487466" y="2031908"/>
            <a:ext cx="8768747" cy="4278094"/>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1600" dirty="0"/>
              <a:t>Mutual Information is applied for feature selection to measure the importance of each feature in prediction. Based on the results, Frequency is removed and Phase, VPD, VWC, and Weight are selected.</a:t>
            </a:r>
          </a:p>
          <a:p>
            <a:pPr marL="457200" indent="-457200">
              <a:buFont typeface="Arial" panose="020B0604020202020204" pitchFamily="34" charset="0"/>
              <a:buChar char="•"/>
            </a:pPr>
            <a:r>
              <a:rPr lang="en-US" sz="1600" dirty="0"/>
              <a:t>Several machine learning models such as Decision Tree (DT), KNN, MLR, AdaBoost, and MLP are implemented for comparison. These models help in analyzing prediction performance for impedance, RH, and temperature.</a:t>
            </a:r>
          </a:p>
          <a:p>
            <a:pPr marL="457200" indent="-457200">
              <a:buFont typeface="Arial" panose="020B0604020202020204" pitchFamily="34" charset="0"/>
              <a:buChar char="•"/>
            </a:pPr>
            <a:r>
              <a:rPr lang="en-US" sz="1600" dirty="0" err="1"/>
              <a:t>AdapTree</a:t>
            </a:r>
            <a:r>
              <a:rPr lang="en-US" sz="1600" dirty="0"/>
              <a:t> is developed by combining Decision Tree and AdaBoost using a boosting approach. This improves prediction accuracy by reducing bias and variance in the model.</a:t>
            </a:r>
          </a:p>
          <a:p>
            <a:pPr marL="457200" indent="-457200">
              <a:buFont typeface="Arial" panose="020B0604020202020204" pitchFamily="34" charset="0"/>
              <a:buChar char="•"/>
            </a:pPr>
            <a:r>
              <a:rPr lang="en-US" sz="1600" dirty="0"/>
              <a:t>A Hybrid-</a:t>
            </a:r>
            <a:r>
              <a:rPr lang="en-US" sz="1600" dirty="0" err="1"/>
              <a:t>AdapTree</a:t>
            </a:r>
            <a:r>
              <a:rPr lang="en-US" sz="1600" dirty="0"/>
              <a:t> model is created using a stacking-based ensemble method with DT, AdaBoost, and Random Forest. This model captures both linear and nonlinear relationships more effectively.</a:t>
            </a:r>
          </a:p>
          <a:p>
            <a:pPr marL="457200" indent="-457200">
              <a:buFont typeface="Arial" panose="020B0604020202020204" pitchFamily="34" charset="0"/>
              <a:buChar char="•"/>
            </a:pPr>
            <a:r>
              <a:rPr lang="en-US" sz="1600" dirty="0"/>
              <a:t>Feature selection is integrated with the Hybrid-</a:t>
            </a:r>
            <a:r>
              <a:rPr lang="en-US" sz="1600" dirty="0" err="1"/>
              <a:t>AdapTree</a:t>
            </a:r>
            <a:r>
              <a:rPr lang="en-US" sz="1600" dirty="0"/>
              <a:t> model to reduce dimensionality and computational complexity. This improves efficiency and reduces training time without affecting accuracy.</a:t>
            </a:r>
            <a:endParaRPr lang="en-IN" sz="1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1600" dirty="0"/>
              <a:t>All models are evaluated using R², MSE, RMSE, MAE, and PCC to compare their performance. The best-performing model is selected for final environmental stress prediction. </a:t>
            </a:r>
          </a:p>
          <a:p>
            <a:pPr marL="457200" indent="-457200">
              <a:buFont typeface="Arial" panose="020B0604020202020204" pitchFamily="34" charset="0"/>
              <a:buChar char="•"/>
            </a:pPr>
            <a:endParaRPr lang="en-US" sz="1600" dirty="0"/>
          </a:p>
        </p:txBody>
      </p:sp>
    </p:spTree>
    <p:extLst>
      <p:ext uri="{BB962C8B-B14F-4D97-AF65-F5344CB8AC3E}">
        <p14:creationId xmlns:p14="http://schemas.microsoft.com/office/powerpoint/2010/main" val="2714491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CD0574-B049-981B-2874-84EADFB65A44}"/>
              </a:ext>
            </a:extLst>
          </p:cNvPr>
          <p:cNvPicPr>
            <a:picLocks noChangeAspect="1"/>
          </p:cNvPicPr>
          <p:nvPr/>
        </p:nvPicPr>
        <p:blipFill>
          <a:blip r:embed="rId2"/>
          <a:stretch>
            <a:fillRect/>
          </a:stretch>
        </p:blipFill>
        <p:spPr>
          <a:xfrm>
            <a:off x="3491936" y="127000"/>
            <a:ext cx="5064400" cy="1162359"/>
          </a:xfrm>
          <a:prstGeom prst="rect">
            <a:avLst/>
          </a:prstGeom>
        </p:spPr>
      </p:pic>
      <p:sp>
        <p:nvSpPr>
          <p:cNvPr id="6" name="TextBox 5">
            <a:extLst>
              <a:ext uri="{FF2B5EF4-FFF2-40B4-BE49-F238E27FC236}">
                <a16:creationId xmlns:a16="http://schemas.microsoft.com/office/drawing/2014/main" id="{3CF12F65-3835-2133-D288-4D5B46F20761}"/>
              </a:ext>
            </a:extLst>
          </p:cNvPr>
          <p:cNvSpPr txBox="1"/>
          <p:nvPr/>
        </p:nvSpPr>
        <p:spPr>
          <a:xfrm>
            <a:off x="284146" y="1289359"/>
            <a:ext cx="4831451" cy="523220"/>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OPTIMIZATION RESULTS :</a:t>
            </a:r>
          </a:p>
        </p:txBody>
      </p:sp>
      <p:pic>
        <p:nvPicPr>
          <p:cNvPr id="7" name="Picture 6">
            <a:extLst>
              <a:ext uri="{FF2B5EF4-FFF2-40B4-BE49-F238E27FC236}">
                <a16:creationId xmlns:a16="http://schemas.microsoft.com/office/drawing/2014/main" id="{3603A0A0-0BE4-DE70-1F06-61104369CF9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89633" y="1730505"/>
            <a:ext cx="7139038" cy="3569519"/>
          </a:xfrm>
          <a:prstGeom prst="rect">
            <a:avLst/>
          </a:prstGeom>
          <a:noFill/>
          <a:ln>
            <a:noFill/>
          </a:ln>
        </p:spPr>
      </p:pic>
      <p:sp>
        <p:nvSpPr>
          <p:cNvPr id="11" name="Rectangle 2">
            <a:extLst>
              <a:ext uri="{FF2B5EF4-FFF2-40B4-BE49-F238E27FC236}">
                <a16:creationId xmlns:a16="http://schemas.microsoft.com/office/drawing/2014/main" id="{AD696428-E9B5-44A1-AF99-2CA82396E19F}"/>
              </a:ext>
            </a:extLst>
          </p:cNvPr>
          <p:cNvSpPr>
            <a:spLocks noChangeArrowheads="1"/>
          </p:cNvSpPr>
          <p:nvPr/>
        </p:nvSpPr>
        <p:spPr bwMode="auto">
          <a:xfrm>
            <a:off x="2018581" y="5045422"/>
            <a:ext cx="7324158"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Mutual Information (MI) analysis showed that VWC and VPD are the most important features, while Phase and Weight also contribute significantly to predicting impedance, RH, and temperature.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Frequency had the lowest MI score, so it was removed, reducing redundancy and training time while improving model efficiency with the final selected features: Phase, VPD, VWC, and Weight</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855099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115D2E-141B-7776-578A-DC17BB1B57F9}"/>
              </a:ext>
            </a:extLst>
          </p:cNvPr>
          <p:cNvPicPr>
            <a:picLocks noChangeAspect="1"/>
          </p:cNvPicPr>
          <p:nvPr/>
        </p:nvPicPr>
        <p:blipFill>
          <a:blip r:embed="rId2"/>
          <a:stretch>
            <a:fillRect/>
          </a:stretch>
        </p:blipFill>
        <p:spPr>
          <a:xfrm>
            <a:off x="3783042" y="119361"/>
            <a:ext cx="4625916" cy="1061720"/>
          </a:xfrm>
          <a:prstGeom prst="rect">
            <a:avLst/>
          </a:prstGeom>
        </p:spPr>
      </p:pic>
      <p:sp>
        <p:nvSpPr>
          <p:cNvPr id="6" name="TextBox 5">
            <a:extLst>
              <a:ext uri="{FF2B5EF4-FFF2-40B4-BE49-F238E27FC236}">
                <a16:creationId xmlns:a16="http://schemas.microsoft.com/office/drawing/2014/main" id="{21F1BB70-3A2E-727C-0354-84E6E95B7FF3}"/>
              </a:ext>
            </a:extLst>
          </p:cNvPr>
          <p:cNvSpPr txBox="1"/>
          <p:nvPr/>
        </p:nvSpPr>
        <p:spPr>
          <a:xfrm>
            <a:off x="0" y="1158177"/>
            <a:ext cx="4831451" cy="523220"/>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OPTIMIZATION RESULTS :</a:t>
            </a:r>
          </a:p>
        </p:txBody>
      </p:sp>
      <p:pic>
        <p:nvPicPr>
          <p:cNvPr id="2" name="Picture 1">
            <a:extLst>
              <a:ext uri="{FF2B5EF4-FFF2-40B4-BE49-F238E27FC236}">
                <a16:creationId xmlns:a16="http://schemas.microsoft.com/office/drawing/2014/main" id="{D5EBAE76-3817-87C1-CCAE-E4101BC9D06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9466" y="1875980"/>
            <a:ext cx="5289938" cy="4298295"/>
          </a:xfrm>
          <a:prstGeom prst="rect">
            <a:avLst/>
          </a:prstGeom>
          <a:noFill/>
          <a:ln>
            <a:noFill/>
          </a:ln>
        </p:spPr>
      </p:pic>
      <p:pic>
        <p:nvPicPr>
          <p:cNvPr id="3" name="Picture 2">
            <a:extLst>
              <a:ext uri="{FF2B5EF4-FFF2-40B4-BE49-F238E27FC236}">
                <a16:creationId xmlns:a16="http://schemas.microsoft.com/office/drawing/2014/main" id="{E592A6F8-4579-0831-4D20-E955511AB68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21686" y="1612289"/>
            <a:ext cx="5731510" cy="4961890"/>
          </a:xfrm>
          <a:prstGeom prst="rect">
            <a:avLst/>
          </a:prstGeom>
          <a:noFill/>
          <a:ln>
            <a:noFill/>
          </a:ln>
        </p:spPr>
      </p:pic>
    </p:spTree>
    <p:extLst>
      <p:ext uri="{BB962C8B-B14F-4D97-AF65-F5344CB8AC3E}">
        <p14:creationId xmlns:p14="http://schemas.microsoft.com/office/powerpoint/2010/main" val="181070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6EEF4C-6ACB-D0A1-9371-3C13EE6B69F8}"/>
              </a:ext>
            </a:extLst>
          </p:cNvPr>
          <p:cNvPicPr>
            <a:picLocks noChangeAspect="1"/>
          </p:cNvPicPr>
          <p:nvPr/>
        </p:nvPicPr>
        <p:blipFill>
          <a:blip r:embed="rId2"/>
          <a:stretch>
            <a:fillRect/>
          </a:stretch>
        </p:blipFill>
        <p:spPr>
          <a:xfrm>
            <a:off x="3372393" y="2097"/>
            <a:ext cx="3782624" cy="868171"/>
          </a:xfrm>
          <a:prstGeom prst="rect">
            <a:avLst/>
          </a:prstGeom>
        </p:spPr>
      </p:pic>
      <p:sp>
        <p:nvSpPr>
          <p:cNvPr id="5" name="TextBox 4">
            <a:extLst>
              <a:ext uri="{FF2B5EF4-FFF2-40B4-BE49-F238E27FC236}">
                <a16:creationId xmlns:a16="http://schemas.microsoft.com/office/drawing/2014/main" id="{17BF65C7-91F4-DF77-D526-ADF35D818E20}"/>
              </a:ext>
            </a:extLst>
          </p:cNvPr>
          <p:cNvSpPr txBox="1"/>
          <p:nvPr/>
        </p:nvSpPr>
        <p:spPr>
          <a:xfrm>
            <a:off x="0" y="923623"/>
            <a:ext cx="4248471"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 OPTIMIZATION RESULTS :</a:t>
            </a:r>
          </a:p>
        </p:txBody>
      </p:sp>
      <p:pic>
        <p:nvPicPr>
          <p:cNvPr id="6" name="Picture 5">
            <a:extLst>
              <a:ext uri="{FF2B5EF4-FFF2-40B4-BE49-F238E27FC236}">
                <a16:creationId xmlns:a16="http://schemas.microsoft.com/office/drawing/2014/main" id="{00145DFD-D333-3255-7B27-F341E413ED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8765" y="1385288"/>
            <a:ext cx="7373738" cy="3686869"/>
          </a:xfrm>
          <a:prstGeom prst="rect">
            <a:avLst/>
          </a:prstGeom>
          <a:noFill/>
          <a:ln>
            <a:noFill/>
          </a:ln>
        </p:spPr>
      </p:pic>
      <p:sp>
        <p:nvSpPr>
          <p:cNvPr id="11" name="Rectangle 1">
            <a:extLst>
              <a:ext uri="{FF2B5EF4-FFF2-40B4-BE49-F238E27FC236}">
                <a16:creationId xmlns:a16="http://schemas.microsoft.com/office/drawing/2014/main" id="{FFBEB291-11ED-5EA9-04BF-B8A880C6F74E}"/>
              </a:ext>
            </a:extLst>
          </p:cNvPr>
          <p:cNvSpPr>
            <a:spLocks noChangeArrowheads="1"/>
          </p:cNvSpPr>
          <p:nvPr/>
        </p:nvSpPr>
        <p:spPr bwMode="auto">
          <a:xfrm>
            <a:off x="1000665" y="4894679"/>
            <a:ext cx="950631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Hybrid-</a:t>
            </a:r>
            <a:r>
              <a:rPr kumimoji="0" lang="en-US" altLang="en-US" sz="1600" b="0" i="0" u="none" strike="noStrike" cap="none" normalizeH="0" baseline="0" dirty="0" err="1">
                <a:ln>
                  <a:noFill/>
                </a:ln>
                <a:solidFill>
                  <a:schemeClr val="tx1"/>
                </a:solidFill>
                <a:effectLst/>
                <a:latin typeface="Arial" panose="020B0604020202020204" pitchFamily="34" charset="0"/>
              </a:rPr>
              <a:t>AdapTree</a:t>
            </a:r>
            <a:r>
              <a:rPr kumimoji="0" lang="en-US" altLang="en-US" sz="1600" b="0" i="0" u="none" strike="noStrike" cap="none" normalizeH="0" baseline="0" dirty="0">
                <a:ln>
                  <a:noFill/>
                </a:ln>
                <a:solidFill>
                  <a:schemeClr val="tx1"/>
                </a:solidFill>
                <a:effectLst/>
                <a:latin typeface="Arial" panose="020B0604020202020204" pitchFamily="34" charset="0"/>
              </a:rPr>
              <a:t> model takes the highest training time (15.7 s) because it uses multiple learners, while simpler models like KNN, DT, and MLR train much faster but give lower accuracy.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Hybrid-</a:t>
            </a:r>
            <a:r>
              <a:rPr kumimoji="0" lang="en-US" altLang="en-US" sz="1600" b="0" i="0" u="none" strike="noStrike" cap="none" normalizeH="0" baseline="0" dirty="0" err="1">
                <a:ln>
                  <a:noFill/>
                </a:ln>
                <a:solidFill>
                  <a:schemeClr val="tx1"/>
                </a:solidFill>
                <a:effectLst/>
                <a:latin typeface="Arial" panose="020B0604020202020204" pitchFamily="34" charset="0"/>
              </a:rPr>
              <a:t>AdapTree</a:t>
            </a:r>
            <a:r>
              <a:rPr kumimoji="0" lang="en-US" altLang="en-US" sz="1600" b="0" i="0" u="none" strike="noStrike" cap="none" normalizeH="0" baseline="0" dirty="0">
                <a:ln>
                  <a:noFill/>
                </a:ln>
                <a:solidFill>
                  <a:schemeClr val="tx1"/>
                </a:solidFill>
                <a:effectLst/>
                <a:latin typeface="Arial" panose="020B0604020202020204" pitchFamily="34" charset="0"/>
              </a:rPr>
              <a:t> with Feature Selection reduces training time to 6.6 s (about 53% faster) while maintaining similar accuracy, making it more efficient for real-time applications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009629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E78D54-F5ED-810F-3A68-73F268F480BF}"/>
              </a:ext>
            </a:extLst>
          </p:cNvPr>
          <p:cNvPicPr>
            <a:picLocks noChangeAspect="1"/>
          </p:cNvPicPr>
          <p:nvPr/>
        </p:nvPicPr>
        <p:blipFill>
          <a:blip r:embed="rId2"/>
          <a:stretch>
            <a:fillRect/>
          </a:stretch>
        </p:blipFill>
        <p:spPr>
          <a:xfrm>
            <a:off x="3491936" y="139526"/>
            <a:ext cx="5064400" cy="1162359"/>
          </a:xfrm>
          <a:prstGeom prst="rect">
            <a:avLst/>
          </a:prstGeom>
        </p:spPr>
      </p:pic>
      <p:sp>
        <p:nvSpPr>
          <p:cNvPr id="8" name="TextBox 7">
            <a:extLst>
              <a:ext uri="{FF2B5EF4-FFF2-40B4-BE49-F238E27FC236}">
                <a16:creationId xmlns:a16="http://schemas.microsoft.com/office/drawing/2014/main" id="{5DB83D68-8B2B-C493-350E-4CB036B0D449}"/>
              </a:ext>
            </a:extLst>
          </p:cNvPr>
          <p:cNvSpPr txBox="1"/>
          <p:nvPr/>
        </p:nvSpPr>
        <p:spPr>
          <a:xfrm>
            <a:off x="1265031" y="2152889"/>
            <a:ext cx="9359789" cy="3477875"/>
          </a:xfrm>
          <a:prstGeom prst="rect">
            <a:avLst/>
          </a:prstGeom>
          <a:noFill/>
        </p:spPr>
        <p:txBody>
          <a:bodyPr wrap="square" rtlCol="0">
            <a:spAutoFit/>
          </a:bodyPr>
          <a:lstStyle/>
          <a:p>
            <a:pPr marL="457200" lvl="0" indent="-457200" eaLnBrk="0" fontAlgn="base" hangingPunct="0">
              <a:spcBef>
                <a:spcPct val="0"/>
              </a:spcBef>
              <a:spcAft>
                <a:spcPct val="0"/>
              </a:spcAft>
              <a:buFont typeface="Arial" panose="020B0604020202020204" pitchFamily="34" charset="0"/>
              <a:buChar char="•"/>
            </a:pPr>
            <a:r>
              <a:rPr lang="en-US" sz="2400" dirty="0"/>
              <a:t>The Hybrid-</a:t>
            </a:r>
            <a:r>
              <a:rPr lang="en-US" sz="2400" dirty="0" err="1"/>
              <a:t>AdapTree</a:t>
            </a:r>
            <a:r>
              <a:rPr lang="en-US" sz="2400" dirty="0"/>
              <a:t> model achieved the highest accuracy for impedance prediction with R² close to 0.999.</a:t>
            </a:r>
            <a:r>
              <a:rPr lang="en-US" altLang="en-US" sz="2400" dirty="0">
                <a:latin typeface="Times New Roman" panose="02020603050405020304" pitchFamily="18" charset="0"/>
                <a:cs typeface="Times New Roman" panose="02020603050405020304" pitchFamily="18" charset="0"/>
              </a:rPr>
              <a:t> </a:t>
            </a:r>
          </a:p>
          <a:p>
            <a:pPr marL="457200" lvl="0" indent="-457200" eaLnBrk="0" fontAlgn="base" hangingPunct="0">
              <a:spcBef>
                <a:spcPct val="0"/>
              </a:spcBef>
              <a:spcAft>
                <a:spcPct val="0"/>
              </a:spcAft>
              <a:buFont typeface="Arial" panose="020B0604020202020204" pitchFamily="34" charset="0"/>
              <a:buChar char="•"/>
            </a:pPr>
            <a:r>
              <a:rPr lang="en-US" sz="2400" dirty="0"/>
              <a:t>Feature selection removed Frequency and reduced training time significantly without affecting accuracy.</a:t>
            </a:r>
            <a:endParaRPr lang="en-US" altLang="en-US" sz="2400"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Arial" panose="020B0604020202020204" pitchFamily="34" charset="0"/>
              <a:buChar char="•"/>
            </a:pPr>
            <a:r>
              <a:rPr lang="en-US" sz="2400" dirty="0"/>
              <a:t>The Hybrid-</a:t>
            </a:r>
            <a:r>
              <a:rPr lang="en-US" sz="2400" dirty="0" err="1"/>
              <a:t>AdapTree</a:t>
            </a:r>
            <a:r>
              <a:rPr lang="en-US" sz="2400" dirty="0"/>
              <a:t> with Feature Selection reduced training time by nearly 53.8%.</a:t>
            </a:r>
          </a:p>
          <a:p>
            <a:pPr marL="457200" lvl="0" indent="-457200" eaLnBrk="0" fontAlgn="base" hangingPunct="0">
              <a:spcBef>
                <a:spcPct val="0"/>
              </a:spcBef>
              <a:spcAft>
                <a:spcPct val="0"/>
              </a:spcAft>
              <a:buFont typeface="Arial" panose="020B0604020202020204" pitchFamily="34" charset="0"/>
              <a:buChar char="•"/>
            </a:pPr>
            <a:r>
              <a:rPr lang="en-US" sz="2400" dirty="0"/>
              <a:t>MLR showed the lowest performance with high error values and lower accuracy.</a:t>
            </a:r>
            <a:endParaRPr lang="en-US" alt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AC1AB2A-D2E0-873F-B26C-A2A8B50A909D}"/>
              </a:ext>
            </a:extLst>
          </p:cNvPr>
          <p:cNvSpPr txBox="1"/>
          <p:nvPr/>
        </p:nvSpPr>
        <p:spPr>
          <a:xfrm>
            <a:off x="386080" y="1402287"/>
            <a:ext cx="2967479" cy="523220"/>
          </a:xfrm>
          <a:prstGeom prst="rect">
            <a:avLst/>
          </a:prstGeom>
          <a:noFill/>
        </p:spPr>
        <p:txBody>
          <a:bodyPr wrap="none" rtlCol="0">
            <a:spAutoFit/>
          </a:bodyPr>
          <a:lstStyle/>
          <a:p>
            <a:r>
              <a:rPr lang="en-IN" altLang="en-US" sz="2800" b="1"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Observations : </a:t>
            </a:r>
          </a:p>
        </p:txBody>
      </p:sp>
    </p:spTree>
    <p:extLst>
      <p:ext uri="{BB962C8B-B14F-4D97-AF65-F5344CB8AC3E}">
        <p14:creationId xmlns:p14="http://schemas.microsoft.com/office/powerpoint/2010/main" val="3245539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CC1FFE-91A8-E417-5326-FD942F2CE032}"/>
              </a:ext>
            </a:extLst>
          </p:cNvPr>
          <p:cNvPicPr>
            <a:picLocks noChangeAspect="1"/>
          </p:cNvPicPr>
          <p:nvPr/>
        </p:nvPicPr>
        <p:blipFill>
          <a:blip r:embed="rId2"/>
          <a:stretch>
            <a:fillRect/>
          </a:stretch>
        </p:blipFill>
        <p:spPr>
          <a:xfrm>
            <a:off x="3491936" y="127000"/>
            <a:ext cx="5064400" cy="1162359"/>
          </a:xfrm>
          <a:prstGeom prst="rect">
            <a:avLst/>
          </a:prstGeom>
        </p:spPr>
      </p:pic>
      <p:sp>
        <p:nvSpPr>
          <p:cNvPr id="5" name="TextBox 4">
            <a:extLst>
              <a:ext uri="{FF2B5EF4-FFF2-40B4-BE49-F238E27FC236}">
                <a16:creationId xmlns:a16="http://schemas.microsoft.com/office/drawing/2014/main" id="{334523D2-7FAB-B932-6B0C-7BE9FC217970}"/>
              </a:ext>
            </a:extLst>
          </p:cNvPr>
          <p:cNvSpPr txBox="1"/>
          <p:nvPr/>
        </p:nvSpPr>
        <p:spPr>
          <a:xfrm>
            <a:off x="662315" y="1738811"/>
            <a:ext cx="2829621" cy="523220"/>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CONCLUSION :</a:t>
            </a:r>
          </a:p>
        </p:txBody>
      </p:sp>
      <p:sp>
        <p:nvSpPr>
          <p:cNvPr id="8" name="TextBox 7">
            <a:extLst>
              <a:ext uri="{FF2B5EF4-FFF2-40B4-BE49-F238E27FC236}">
                <a16:creationId xmlns:a16="http://schemas.microsoft.com/office/drawing/2014/main" id="{B3476BC1-455B-4F76-E9D3-A4F59BFFBC13}"/>
              </a:ext>
            </a:extLst>
          </p:cNvPr>
          <p:cNvSpPr txBox="1"/>
          <p:nvPr/>
        </p:nvSpPr>
        <p:spPr>
          <a:xfrm>
            <a:off x="1362974" y="1289359"/>
            <a:ext cx="10002810" cy="4339650"/>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endParaRPr lang="en-US" altLang="en-US" sz="2800"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Arial" panose="020B0604020202020204" pitchFamily="34" charset="0"/>
              <a:buChar char="•"/>
            </a:pPr>
            <a:endParaRPr lang="en-US" altLang="en-US" sz="2800"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Arial" panose="020B0604020202020204" pitchFamily="34" charset="0"/>
              <a:buChar char="•"/>
            </a:pPr>
            <a:r>
              <a:rPr lang="en-US" sz="2000" dirty="0"/>
              <a:t>The proposed Hybrid-</a:t>
            </a:r>
            <a:r>
              <a:rPr lang="en-US" sz="2000" dirty="0" err="1"/>
              <a:t>AdapTree</a:t>
            </a:r>
            <a:r>
              <a:rPr lang="en-US" sz="2000" dirty="0"/>
              <a:t> model improved the prediction of environmental stress parameters such as impedance, RH, and temperature using sensor-based data. It achieved very high accuracy, especially for impedance prediction (R² ≈ 0.999).</a:t>
            </a:r>
            <a:endParaRPr lang="en-US" altLang="en-US" sz="2000"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Arial" panose="020B0604020202020204" pitchFamily="34" charset="0"/>
              <a:buChar char="•"/>
            </a:pPr>
            <a:r>
              <a:rPr lang="en-US" sz="2000" dirty="0"/>
              <a:t>The Hybrid-</a:t>
            </a:r>
            <a:r>
              <a:rPr lang="en-US" sz="2000" dirty="0" err="1"/>
              <a:t>AdapTree</a:t>
            </a:r>
            <a:r>
              <a:rPr lang="en-US" sz="2000" dirty="0"/>
              <a:t> model provided consistent and reliable performance across all parameters, showing the strength of ensemble learning.</a:t>
            </a:r>
            <a:endParaRPr lang="en-US" altLang="en-US" sz="2000"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Arial" panose="020B0604020202020204" pitchFamily="34" charset="0"/>
              <a:buChar char="•"/>
            </a:pPr>
            <a:r>
              <a:rPr lang="en-US" sz="2000" dirty="0"/>
              <a:t>Feature selection using Mutual Information removed less important features, reduced dimensionality, and decreased training time significantly while maintaining strong prediction accuracy.</a:t>
            </a:r>
            <a:r>
              <a:rPr lang="en-US" altLang="en-US" sz="2000" dirty="0">
                <a:latin typeface="Times New Roman" panose="02020603050405020304" pitchFamily="18" charset="0"/>
                <a:cs typeface="Times New Roman" panose="02020603050405020304" pitchFamily="18" charset="0"/>
              </a:rPr>
              <a:t> </a:t>
            </a:r>
          </a:p>
          <a:p>
            <a:pPr marL="457200" lvl="0" indent="-457200" eaLnBrk="0" fontAlgn="base" hangingPunct="0">
              <a:spcBef>
                <a:spcPct val="0"/>
              </a:spcBef>
              <a:spcAft>
                <a:spcPct val="0"/>
              </a:spcAft>
              <a:buFont typeface="Arial" panose="020B0604020202020204" pitchFamily="34" charset="0"/>
              <a:buChar char="•"/>
            </a:pPr>
            <a:r>
              <a:rPr lang="en-US" sz="2000" dirty="0"/>
              <a:t>The Environmental Stress Index (ESI) helped classify plant stress levels effectively, making the system useful for precision agriculture, smart farming, and real-time plant health monitoring.</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0893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91936" y="127000"/>
            <a:ext cx="5064400" cy="1162359"/>
          </a:xfrm>
          <a:prstGeom prst="rect">
            <a:avLst/>
          </a:prstGeom>
        </p:spPr>
      </p:pic>
      <p:sp>
        <p:nvSpPr>
          <p:cNvPr id="3" name="TextBox 2"/>
          <p:cNvSpPr txBox="1"/>
          <p:nvPr/>
        </p:nvSpPr>
        <p:spPr>
          <a:xfrm>
            <a:off x="540704" y="1289359"/>
            <a:ext cx="9905410" cy="1261884"/>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References :</a:t>
            </a:r>
          </a:p>
          <a:p>
            <a:br>
              <a:rPr lang="en-IN" sz="2400" dirty="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730B90F-283B-BD28-8040-1C5098E8281E}"/>
              </a:ext>
            </a:extLst>
          </p:cNvPr>
          <p:cNvSpPr txBox="1"/>
          <p:nvPr/>
        </p:nvSpPr>
        <p:spPr>
          <a:xfrm>
            <a:off x="843648" y="1920301"/>
            <a:ext cx="10360976" cy="4524315"/>
          </a:xfrm>
          <a:prstGeom prst="rect">
            <a:avLst/>
          </a:prstGeom>
          <a:noFill/>
        </p:spPr>
        <p:txBody>
          <a:bodyPr wrap="square" rtlCol="0">
            <a:spAutoFit/>
          </a:bodyPr>
          <a:lstStyle/>
          <a:p>
            <a:r>
              <a:rPr lang="en-IN" dirty="0"/>
              <a:t>[1] H. M. Jawad, R. Nordin, S. K. </a:t>
            </a:r>
            <a:r>
              <a:rPr lang="en-IN" dirty="0" err="1"/>
              <a:t>Gharghan</a:t>
            </a:r>
            <a:r>
              <a:rPr lang="en-IN" dirty="0"/>
              <a:t>, A. M. Jawad, and M. Ismail, 'Energy-efficient wireless sensor networks for precision agriculture: A review,' Sensors, vol. 17, no. 8, p. 1781, 2017.</a:t>
            </a:r>
          </a:p>
          <a:p>
            <a:r>
              <a:rPr lang="en-IN" dirty="0"/>
              <a:t>[2] K. G. Liakos, P. Busato, D. </a:t>
            </a:r>
            <a:r>
              <a:rPr lang="en-IN" dirty="0" err="1"/>
              <a:t>Moshou</a:t>
            </a:r>
            <a:r>
              <a:rPr lang="en-IN" dirty="0"/>
              <a:t>, S. Pearson, and D. </a:t>
            </a:r>
            <a:r>
              <a:rPr lang="en-IN" dirty="0" err="1"/>
              <a:t>Bochtis</a:t>
            </a:r>
            <a:r>
              <a:rPr lang="en-IN" dirty="0"/>
              <a:t>, 'Machine learning in agriculture: A review,' Sensors, vol. 18, no. 8, p. 2674, 2018.</a:t>
            </a:r>
          </a:p>
          <a:p>
            <a:r>
              <a:rPr lang="en-IN" dirty="0"/>
              <a:t>[3] S. Adla, N. V. Rai, K. </a:t>
            </a:r>
            <a:r>
              <a:rPr lang="en-IN" dirty="0" err="1"/>
              <a:t>Karumanchi</a:t>
            </a:r>
            <a:r>
              <a:rPr lang="en-IN" dirty="0"/>
              <a:t>, S. Tripathi, A. Disse, and S. Pande, 'Laboratory calibration and performance evaluation of low-cost capacitive and very low-cost resistive soil moisture sensors,' Sensors, vol. 20, no. 2, p. 363, 2020.</a:t>
            </a:r>
          </a:p>
          <a:p>
            <a:r>
              <a:rPr lang="en-IN" dirty="0"/>
              <a:t>[4] A. Sharma, E. Jain, P. Gupta, and V. Chowdary, 'Machine learning applications for precision agriculture: A comprehensive review,' IEEE Access, vol. 9, pp. 4843–4873, 2021.</a:t>
            </a:r>
          </a:p>
          <a:p>
            <a:r>
              <a:rPr lang="en-IN" dirty="0"/>
              <a:t>[5] H. R. </a:t>
            </a:r>
            <a:r>
              <a:rPr lang="en-IN" dirty="0" err="1"/>
              <a:t>Bogena</a:t>
            </a:r>
            <a:r>
              <a:rPr lang="en-IN" dirty="0"/>
              <a:t>, J. A. Huisman, H. Schilling, A. </a:t>
            </a:r>
            <a:r>
              <a:rPr lang="en-IN" dirty="0" err="1"/>
              <a:t>Weuthen</a:t>
            </a:r>
            <a:r>
              <a:rPr lang="en-IN" dirty="0"/>
              <a:t>, and H. Vereecken, 'Effective calibration of low-cost soil water content sensors,' Sensors, vol. 17, no. 1, p. 208, 2017.</a:t>
            </a:r>
          </a:p>
          <a:p>
            <a:r>
              <a:rPr lang="en-IN" dirty="0"/>
              <a:t>[6] F. Kizito et al., 'Frequency, electrical conductivity and temperature analysis of a low-cost capacitance soil moisture sensor,' Journal of Hydrology, vol. 352, no. 3–4, pp. 367–378, 2008.</a:t>
            </a:r>
          </a:p>
          <a:p>
            <a:r>
              <a:rPr lang="en-IN" dirty="0"/>
              <a:t>[7] U. Rosenbaum, J. A. Huisman, J. Vrba, H. Vereecken, and H. R. </a:t>
            </a:r>
            <a:r>
              <a:rPr lang="en-IN" dirty="0" err="1"/>
              <a:t>Bogena</a:t>
            </a:r>
            <a:r>
              <a:rPr lang="en-IN" dirty="0"/>
              <a:t>, 'Correction of temperature and electrical conductivity effects on dielectric permittivity measurements with ECH2O sensors,' Vadose Zone Journal, vol. 10, no. 2, pp. 582–593, 2011.</a:t>
            </a:r>
          </a:p>
        </p:txBody>
      </p:sp>
    </p:spTree>
    <p:extLst>
      <p:ext uri="{BB962C8B-B14F-4D97-AF65-F5344CB8AC3E}">
        <p14:creationId xmlns:p14="http://schemas.microsoft.com/office/powerpoint/2010/main" val="1679663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TotalTime>
  <Words>1127</Words>
  <Application>Microsoft Office PowerPoint</Application>
  <PresentationFormat>Widescreen</PresentationFormat>
  <Paragraphs>82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Implementation details: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Saravanan sivasankaran</dc:creator>
  <cp:lastModifiedBy>jahnavi krishna</cp:lastModifiedBy>
  <cp:revision>4</cp:revision>
  <dcterms:created xsi:type="dcterms:W3CDTF">2026-01-26T08:55:43Z</dcterms:created>
  <dcterms:modified xsi:type="dcterms:W3CDTF">2026-04-24T10:20:17Z</dcterms:modified>
</cp:coreProperties>
</file>